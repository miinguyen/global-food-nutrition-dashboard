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Bobby Jones Condensed Soft" pitchFamily="2" charset="77"/>
      <p:regular r:id="rId18"/>
    </p:embeddedFont>
    <p:embeddedFont>
      <p:font typeface="Garet" pitchFamily="2" charset="77"/>
      <p:regular r:id="rId19"/>
    </p:embeddedFont>
    <p:embeddedFont>
      <p:font typeface="Garet Bold" pitchFamily="2" charset="77"/>
      <p:regular r:id="rId20"/>
      <p:bold r:id="rId21"/>
    </p:embeddedFont>
    <p:embeddedFont>
      <p:font typeface="Garet Bold Italics" pitchFamily="2" charset="77"/>
      <p:regular r:id="rId22"/>
      <p:bold r:id="rId23"/>
      <p:italic r:id="rId24"/>
      <p:boldItalic r:id="rId25"/>
    </p:embeddedFont>
    <p:embeddedFont>
      <p:font typeface="Handelson Three" pitchFamily="2" charset="77"/>
      <p:regular r:id="rId26"/>
    </p:embeddedFont>
    <p:embeddedFont>
      <p:font typeface="Varela Round" pitchFamily="2" charset="-79"/>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928" autoAdjust="0"/>
    <p:restoredTop sz="94607" autoAdjust="0"/>
  </p:normalViewPr>
  <p:slideViewPr>
    <p:cSldViewPr>
      <p:cViewPr>
        <p:scale>
          <a:sx n="51" d="100"/>
          <a:sy n="51" d="100"/>
        </p:scale>
        <p:origin x="472" y="17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8.svg"/><Relationship Id="rId7" Type="http://schemas.openxmlformats.org/officeDocument/2006/relationships/image" Target="../media/image2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16.svg"/></Relationships>
</file>

<file path=ppt/slides/_rels/slide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5.jpeg"/><Relationship Id="rId7" Type="http://schemas.openxmlformats.org/officeDocument/2006/relationships/image" Target="../media/image16.svg"/><Relationship Id="rId2" Type="http://schemas.openxmlformats.org/officeDocument/2006/relationships/image" Target="../media/image24.jpe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27.sv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37.svg"/><Relationship Id="rId3" Type="http://schemas.openxmlformats.org/officeDocument/2006/relationships/image" Target="../media/image29.svg"/><Relationship Id="rId7" Type="http://schemas.openxmlformats.org/officeDocument/2006/relationships/image" Target="../media/image33.svg"/><Relationship Id="rId12" Type="http://schemas.openxmlformats.org/officeDocument/2006/relationships/image" Target="../media/image36.png"/><Relationship Id="rId17" Type="http://schemas.openxmlformats.org/officeDocument/2006/relationships/image" Target="../media/image22.svg"/><Relationship Id="rId2" Type="http://schemas.openxmlformats.org/officeDocument/2006/relationships/image" Target="../media/image28.png"/><Relationship Id="rId16"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5.svg"/><Relationship Id="rId5" Type="http://schemas.openxmlformats.org/officeDocument/2006/relationships/image" Target="../media/image31.svg"/><Relationship Id="rId15" Type="http://schemas.openxmlformats.org/officeDocument/2006/relationships/image" Target="../media/image8.svg"/><Relationship Id="rId10" Type="http://schemas.openxmlformats.org/officeDocument/2006/relationships/image" Target="../media/image34.png"/><Relationship Id="rId4" Type="http://schemas.openxmlformats.org/officeDocument/2006/relationships/image" Target="../media/image30.png"/><Relationship Id="rId9" Type="http://schemas.openxmlformats.org/officeDocument/2006/relationships/image" Target="../media/image14.svg"/><Relationship Id="rId1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9.svg"/><Relationship Id="rId4" Type="http://schemas.openxmlformats.org/officeDocument/2006/relationships/image" Target="../media/image38.png"/></Relationships>
</file>

<file path=ppt/slides/_rels/slide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8.svg"/><Relationship Id="rId7" Type="http://schemas.openxmlformats.org/officeDocument/2006/relationships/image" Target="../media/image41.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43.sv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5.svg"/><Relationship Id="rId7" Type="http://schemas.openxmlformats.org/officeDocument/2006/relationships/image" Target="../media/image47.svg"/><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16.svg"/><Relationship Id="rId5" Type="http://schemas.openxmlformats.org/officeDocument/2006/relationships/image" Target="../media/image37.svg"/><Relationship Id="rId10" Type="http://schemas.openxmlformats.org/officeDocument/2006/relationships/image" Target="../media/image15.png"/><Relationship Id="rId4" Type="http://schemas.openxmlformats.org/officeDocument/2006/relationships/image" Target="../media/image36.png"/><Relationship Id="rId9"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jpe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5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16.sv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4.svg"/><Relationship Id="rId7" Type="http://schemas.openxmlformats.org/officeDocument/2006/relationships/image" Target="../media/image58.sv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57.png"/><Relationship Id="rId11" Type="http://schemas.openxmlformats.org/officeDocument/2006/relationships/image" Target="../media/image16.svg"/><Relationship Id="rId5" Type="http://schemas.openxmlformats.org/officeDocument/2006/relationships/image" Target="../media/image56.svg"/><Relationship Id="rId10" Type="http://schemas.openxmlformats.org/officeDocument/2006/relationships/image" Target="../media/image15.png"/><Relationship Id="rId4" Type="http://schemas.openxmlformats.org/officeDocument/2006/relationships/image" Target="../media/image55.png"/><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0.svg"/><Relationship Id="rId7" Type="http://schemas.openxmlformats.org/officeDocument/2006/relationships/image" Target="../media/image8.sv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8.svg"/><Relationship Id="rId5" Type="http://schemas.openxmlformats.org/officeDocument/2006/relationships/image" Target="../media/image62.svg"/><Relationship Id="rId10" Type="http://schemas.openxmlformats.org/officeDocument/2006/relationships/image" Target="../media/image17.png"/><Relationship Id="rId4" Type="http://schemas.openxmlformats.org/officeDocument/2006/relationships/image" Target="../media/image61.png"/><Relationship Id="rId9" Type="http://schemas.openxmlformats.org/officeDocument/2006/relationships/image" Target="../media/image16.svg"/></Relationships>
</file>

<file path=ppt/slides/_rels/slide13.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16.svg"/><Relationship Id="rId3" Type="http://schemas.openxmlformats.org/officeDocument/2006/relationships/image" Target="../media/image64.svg"/><Relationship Id="rId7" Type="http://schemas.openxmlformats.org/officeDocument/2006/relationships/image" Target="../media/image68.svg"/><Relationship Id="rId12" Type="http://schemas.openxmlformats.org/officeDocument/2006/relationships/image" Target="../media/image15.png"/><Relationship Id="rId2" Type="http://schemas.openxmlformats.org/officeDocument/2006/relationships/image" Target="../media/image63.png"/><Relationship Id="rId1" Type="http://schemas.openxmlformats.org/officeDocument/2006/relationships/slideLayout" Target="../slideLayouts/slideLayout7.xml"/><Relationship Id="rId6" Type="http://schemas.openxmlformats.org/officeDocument/2006/relationships/image" Target="../media/image67.png"/><Relationship Id="rId11" Type="http://schemas.openxmlformats.org/officeDocument/2006/relationships/image" Target="../media/image8.svg"/><Relationship Id="rId5" Type="http://schemas.openxmlformats.org/officeDocument/2006/relationships/image" Target="../media/image66.svg"/><Relationship Id="rId15" Type="http://schemas.openxmlformats.org/officeDocument/2006/relationships/image" Target="../media/image18.svg"/><Relationship Id="rId10" Type="http://schemas.openxmlformats.org/officeDocument/2006/relationships/image" Target="../media/image7.png"/><Relationship Id="rId4" Type="http://schemas.openxmlformats.org/officeDocument/2006/relationships/image" Target="../media/image65.png"/><Relationship Id="rId9" Type="http://schemas.openxmlformats.org/officeDocument/2006/relationships/image" Target="../media/image70.svg"/><Relationship Id="rId14"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49.svg"/><Relationship Id="rId18" Type="http://schemas.openxmlformats.org/officeDocument/2006/relationships/image" Target="../media/image7.png"/><Relationship Id="rId3" Type="http://schemas.openxmlformats.org/officeDocument/2006/relationships/image" Target="../media/image35.svg"/><Relationship Id="rId21" Type="http://schemas.openxmlformats.org/officeDocument/2006/relationships/image" Target="../media/image16.svg"/><Relationship Id="rId7" Type="http://schemas.openxmlformats.org/officeDocument/2006/relationships/image" Target="../media/image74.svg"/><Relationship Id="rId12" Type="http://schemas.openxmlformats.org/officeDocument/2006/relationships/image" Target="../media/image48.png"/><Relationship Id="rId17" Type="http://schemas.openxmlformats.org/officeDocument/2006/relationships/image" Target="../media/image80.svg"/><Relationship Id="rId2" Type="http://schemas.openxmlformats.org/officeDocument/2006/relationships/image" Target="../media/image34.png"/><Relationship Id="rId16" Type="http://schemas.openxmlformats.org/officeDocument/2006/relationships/image" Target="../media/image79.png"/><Relationship Id="rId20"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73.png"/><Relationship Id="rId11" Type="http://schemas.openxmlformats.org/officeDocument/2006/relationships/image" Target="../media/image14.svg"/><Relationship Id="rId5" Type="http://schemas.openxmlformats.org/officeDocument/2006/relationships/image" Target="../media/image72.svg"/><Relationship Id="rId15" Type="http://schemas.openxmlformats.org/officeDocument/2006/relationships/image" Target="../media/image78.svg"/><Relationship Id="rId23"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8.svg"/><Relationship Id="rId4" Type="http://schemas.openxmlformats.org/officeDocument/2006/relationships/image" Target="../media/image71.png"/><Relationship Id="rId9" Type="http://schemas.openxmlformats.org/officeDocument/2006/relationships/image" Target="../media/image76.svg"/><Relationship Id="rId14" Type="http://schemas.openxmlformats.org/officeDocument/2006/relationships/image" Target="../media/image77.png"/><Relationship Id="rId22"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5.png"/><Relationship Id="rId3" Type="http://schemas.openxmlformats.org/officeDocument/2006/relationships/image" Target="../media/image2.svg"/><Relationship Id="rId21" Type="http://schemas.openxmlformats.org/officeDocument/2006/relationships/image" Target="../media/image18.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82.svg"/><Relationship Id="rId2" Type="http://schemas.openxmlformats.org/officeDocument/2006/relationships/image" Target="../media/image1.png"/><Relationship Id="rId16" Type="http://schemas.openxmlformats.org/officeDocument/2006/relationships/image" Target="../media/image81.png"/><Relationship Id="rId20"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6.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16.xml.rels><?xml version="1.0" encoding="UTF-8" standalone="yes"?>
<Relationships xmlns="http://schemas.openxmlformats.org/package/2006/relationships"><Relationship Id="rId26" Type="http://schemas.openxmlformats.org/officeDocument/2006/relationships/image" Target="../media/image93.png"/><Relationship Id="rId21" Type="http://schemas.openxmlformats.org/officeDocument/2006/relationships/image" Target="../media/image20.svg"/><Relationship Id="rId34" Type="http://schemas.openxmlformats.org/officeDocument/2006/relationships/image" Target="../media/image65.png"/><Relationship Id="rId42" Type="http://schemas.openxmlformats.org/officeDocument/2006/relationships/image" Target="../media/image97.png"/><Relationship Id="rId47" Type="http://schemas.openxmlformats.org/officeDocument/2006/relationships/image" Target="../media/image6.svg"/><Relationship Id="rId50" Type="http://schemas.openxmlformats.org/officeDocument/2006/relationships/image" Target="../media/image55.png"/><Relationship Id="rId55" Type="http://schemas.openxmlformats.org/officeDocument/2006/relationships/image" Target="../media/image33.svg"/><Relationship Id="rId63" Type="http://schemas.openxmlformats.org/officeDocument/2006/relationships/image" Target="../media/image80.svg"/><Relationship Id="rId7" Type="http://schemas.openxmlformats.org/officeDocument/2006/relationships/image" Target="../media/image86.svg"/><Relationship Id="rId2" Type="http://schemas.openxmlformats.org/officeDocument/2006/relationships/image" Target="../media/image83.png"/><Relationship Id="rId16" Type="http://schemas.openxmlformats.org/officeDocument/2006/relationships/image" Target="../media/image69.png"/><Relationship Id="rId29" Type="http://schemas.openxmlformats.org/officeDocument/2006/relationships/image" Target="../media/image64.svg"/><Relationship Id="rId11" Type="http://schemas.openxmlformats.org/officeDocument/2006/relationships/image" Target="../media/image60.svg"/><Relationship Id="rId24" Type="http://schemas.openxmlformats.org/officeDocument/2006/relationships/image" Target="../media/image91.png"/><Relationship Id="rId32" Type="http://schemas.openxmlformats.org/officeDocument/2006/relationships/image" Target="../media/image13.png"/><Relationship Id="rId37" Type="http://schemas.openxmlformats.org/officeDocument/2006/relationships/image" Target="../media/image68.svg"/><Relationship Id="rId40" Type="http://schemas.openxmlformats.org/officeDocument/2006/relationships/image" Target="../media/image95.png"/><Relationship Id="rId45" Type="http://schemas.openxmlformats.org/officeDocument/2006/relationships/image" Target="../media/image49.svg"/><Relationship Id="rId53" Type="http://schemas.openxmlformats.org/officeDocument/2006/relationships/image" Target="../media/image78.svg"/><Relationship Id="rId58" Type="http://schemas.openxmlformats.org/officeDocument/2006/relationships/image" Target="../media/image101.png"/><Relationship Id="rId66" Type="http://schemas.openxmlformats.org/officeDocument/2006/relationships/image" Target="../media/image107.png"/><Relationship Id="rId5" Type="http://schemas.openxmlformats.org/officeDocument/2006/relationships/image" Target="../media/image35.svg"/><Relationship Id="rId61" Type="http://schemas.openxmlformats.org/officeDocument/2006/relationships/image" Target="../media/image104.svg"/><Relationship Id="rId19" Type="http://schemas.openxmlformats.org/officeDocument/2006/relationships/image" Target="../media/image88.svg"/><Relationship Id="rId14" Type="http://schemas.openxmlformats.org/officeDocument/2006/relationships/image" Target="../media/image73.png"/><Relationship Id="rId22" Type="http://schemas.openxmlformats.org/officeDocument/2006/relationships/image" Target="../media/image89.png"/><Relationship Id="rId27" Type="http://schemas.openxmlformats.org/officeDocument/2006/relationships/image" Target="../media/image94.svg"/><Relationship Id="rId30" Type="http://schemas.openxmlformats.org/officeDocument/2006/relationships/image" Target="../media/image75.png"/><Relationship Id="rId35" Type="http://schemas.openxmlformats.org/officeDocument/2006/relationships/image" Target="../media/image66.svg"/><Relationship Id="rId43" Type="http://schemas.openxmlformats.org/officeDocument/2006/relationships/image" Target="../media/image98.svg"/><Relationship Id="rId48" Type="http://schemas.openxmlformats.org/officeDocument/2006/relationships/image" Target="../media/image44.png"/><Relationship Id="rId56" Type="http://schemas.openxmlformats.org/officeDocument/2006/relationships/image" Target="../media/image99.png"/><Relationship Id="rId64" Type="http://schemas.openxmlformats.org/officeDocument/2006/relationships/image" Target="../media/image105.png"/><Relationship Id="rId8" Type="http://schemas.openxmlformats.org/officeDocument/2006/relationships/image" Target="../media/image71.png"/><Relationship Id="rId51" Type="http://schemas.openxmlformats.org/officeDocument/2006/relationships/image" Target="../media/image56.svg"/><Relationship Id="rId3" Type="http://schemas.openxmlformats.org/officeDocument/2006/relationships/image" Target="../media/image84.svg"/><Relationship Id="rId12" Type="http://schemas.openxmlformats.org/officeDocument/2006/relationships/image" Target="../media/image61.png"/><Relationship Id="rId17" Type="http://schemas.openxmlformats.org/officeDocument/2006/relationships/image" Target="../media/image70.svg"/><Relationship Id="rId25" Type="http://schemas.openxmlformats.org/officeDocument/2006/relationships/image" Target="../media/image92.svg"/><Relationship Id="rId33" Type="http://schemas.openxmlformats.org/officeDocument/2006/relationships/image" Target="../media/image14.svg"/><Relationship Id="rId38" Type="http://schemas.openxmlformats.org/officeDocument/2006/relationships/image" Target="../media/image46.png"/><Relationship Id="rId46" Type="http://schemas.openxmlformats.org/officeDocument/2006/relationships/image" Target="../media/image5.png"/><Relationship Id="rId59" Type="http://schemas.openxmlformats.org/officeDocument/2006/relationships/image" Target="../media/image102.svg"/><Relationship Id="rId67" Type="http://schemas.openxmlformats.org/officeDocument/2006/relationships/image" Target="../media/image108.svg"/><Relationship Id="rId20" Type="http://schemas.openxmlformats.org/officeDocument/2006/relationships/image" Target="../media/image19.png"/><Relationship Id="rId41" Type="http://schemas.openxmlformats.org/officeDocument/2006/relationships/image" Target="../media/image96.svg"/><Relationship Id="rId54" Type="http://schemas.openxmlformats.org/officeDocument/2006/relationships/image" Target="../media/image32.png"/><Relationship Id="rId62" Type="http://schemas.openxmlformats.org/officeDocument/2006/relationships/image" Target="../media/image79.png"/><Relationship Id="rId1" Type="http://schemas.openxmlformats.org/officeDocument/2006/relationships/slideLayout" Target="../slideLayouts/slideLayout7.xml"/><Relationship Id="rId6" Type="http://schemas.openxmlformats.org/officeDocument/2006/relationships/image" Target="../media/image85.png"/><Relationship Id="rId15" Type="http://schemas.openxmlformats.org/officeDocument/2006/relationships/image" Target="../media/image74.svg"/><Relationship Id="rId23" Type="http://schemas.openxmlformats.org/officeDocument/2006/relationships/image" Target="../media/image90.svg"/><Relationship Id="rId28" Type="http://schemas.openxmlformats.org/officeDocument/2006/relationships/image" Target="../media/image63.png"/><Relationship Id="rId36" Type="http://schemas.openxmlformats.org/officeDocument/2006/relationships/image" Target="../media/image67.png"/><Relationship Id="rId49" Type="http://schemas.openxmlformats.org/officeDocument/2006/relationships/image" Target="../media/image45.svg"/><Relationship Id="rId57" Type="http://schemas.openxmlformats.org/officeDocument/2006/relationships/image" Target="../media/image100.svg"/><Relationship Id="rId10" Type="http://schemas.openxmlformats.org/officeDocument/2006/relationships/image" Target="../media/image59.png"/><Relationship Id="rId31" Type="http://schemas.openxmlformats.org/officeDocument/2006/relationships/image" Target="../media/image76.svg"/><Relationship Id="rId44" Type="http://schemas.openxmlformats.org/officeDocument/2006/relationships/image" Target="../media/image48.png"/><Relationship Id="rId52" Type="http://schemas.openxmlformats.org/officeDocument/2006/relationships/image" Target="../media/image77.png"/><Relationship Id="rId60" Type="http://schemas.openxmlformats.org/officeDocument/2006/relationships/image" Target="../media/image103.png"/><Relationship Id="rId65" Type="http://schemas.openxmlformats.org/officeDocument/2006/relationships/image" Target="../media/image106.svg"/><Relationship Id="rId4" Type="http://schemas.openxmlformats.org/officeDocument/2006/relationships/image" Target="../media/image34.png"/><Relationship Id="rId9" Type="http://schemas.openxmlformats.org/officeDocument/2006/relationships/image" Target="../media/image72.svg"/><Relationship Id="rId13" Type="http://schemas.openxmlformats.org/officeDocument/2006/relationships/image" Target="../media/image62.svg"/><Relationship Id="rId18" Type="http://schemas.openxmlformats.org/officeDocument/2006/relationships/image" Target="../media/image87.png"/><Relationship Id="rId39" Type="http://schemas.openxmlformats.org/officeDocument/2006/relationships/image" Target="../media/image4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sp>
        <p:nvSpPr>
          <p:cNvPr id="2" name="Freeform 2"/>
          <p:cNvSpPr/>
          <p:nvPr/>
        </p:nvSpPr>
        <p:spPr>
          <a:xfrm rot="925711">
            <a:off x="9921823" y="6951783"/>
            <a:ext cx="2138403" cy="2732895"/>
          </a:xfrm>
          <a:custGeom>
            <a:avLst/>
            <a:gdLst/>
            <a:ahLst/>
            <a:cxnLst/>
            <a:rect l="l" t="t" r="r" b="b"/>
            <a:pathLst>
              <a:path w="2538945" h="3124855">
                <a:moveTo>
                  <a:pt x="0" y="0"/>
                </a:moveTo>
                <a:lnTo>
                  <a:pt x="2538945" y="0"/>
                </a:lnTo>
                <a:lnTo>
                  <a:pt x="2538945" y="3124855"/>
                </a:lnTo>
                <a:lnTo>
                  <a:pt x="0" y="31248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dirty="0"/>
          </a:p>
        </p:txBody>
      </p:sp>
      <p:sp>
        <p:nvSpPr>
          <p:cNvPr id="3" name="Freeform 3"/>
          <p:cNvSpPr/>
          <p:nvPr/>
        </p:nvSpPr>
        <p:spPr>
          <a:xfrm rot="-720808">
            <a:off x="15008155" y="2582468"/>
            <a:ext cx="2941831" cy="2814181"/>
          </a:xfrm>
          <a:custGeom>
            <a:avLst/>
            <a:gdLst/>
            <a:ahLst/>
            <a:cxnLst/>
            <a:rect l="l" t="t" r="r" b="b"/>
            <a:pathLst>
              <a:path w="3492863" h="3217800">
                <a:moveTo>
                  <a:pt x="0" y="0"/>
                </a:moveTo>
                <a:lnTo>
                  <a:pt x="3492862" y="0"/>
                </a:lnTo>
                <a:lnTo>
                  <a:pt x="3492862" y="3217800"/>
                </a:lnTo>
                <a:lnTo>
                  <a:pt x="0" y="3217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4" name="Freeform 4"/>
          <p:cNvSpPr/>
          <p:nvPr/>
        </p:nvSpPr>
        <p:spPr>
          <a:xfrm rot="2572640">
            <a:off x="12458891" y="6367230"/>
            <a:ext cx="1855582" cy="2687212"/>
          </a:xfrm>
          <a:custGeom>
            <a:avLst/>
            <a:gdLst/>
            <a:ahLst/>
            <a:cxnLst/>
            <a:rect l="l" t="t" r="r" b="b"/>
            <a:pathLst>
              <a:path w="2121716" h="3190551">
                <a:moveTo>
                  <a:pt x="0" y="0"/>
                </a:moveTo>
                <a:lnTo>
                  <a:pt x="2121716" y="0"/>
                </a:lnTo>
                <a:lnTo>
                  <a:pt x="2121716" y="3190551"/>
                </a:lnTo>
                <a:lnTo>
                  <a:pt x="0" y="31905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
        <p:nvSpPr>
          <p:cNvPr id="5" name="Freeform 5"/>
          <p:cNvSpPr/>
          <p:nvPr/>
        </p:nvSpPr>
        <p:spPr>
          <a:xfrm>
            <a:off x="14733370" y="5670606"/>
            <a:ext cx="396379" cy="424321"/>
          </a:xfrm>
          <a:custGeom>
            <a:avLst/>
            <a:gdLst/>
            <a:ahLst/>
            <a:cxnLst/>
            <a:rect l="l" t="t" r="r" b="b"/>
            <a:pathLst>
              <a:path w="470624" h="485179">
                <a:moveTo>
                  <a:pt x="0" y="0"/>
                </a:moveTo>
                <a:lnTo>
                  <a:pt x="470624" y="0"/>
                </a:lnTo>
                <a:lnTo>
                  <a:pt x="470624" y="485179"/>
                </a:lnTo>
                <a:lnTo>
                  <a:pt x="0" y="4851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6" name="Freeform 6"/>
          <p:cNvSpPr/>
          <p:nvPr/>
        </p:nvSpPr>
        <p:spPr>
          <a:xfrm>
            <a:off x="9702078" y="7450136"/>
            <a:ext cx="396379" cy="424321"/>
          </a:xfrm>
          <a:custGeom>
            <a:avLst/>
            <a:gdLst/>
            <a:ahLst/>
            <a:cxnLst/>
            <a:rect l="l" t="t" r="r" b="b"/>
            <a:pathLst>
              <a:path w="470624" h="485179">
                <a:moveTo>
                  <a:pt x="0" y="0"/>
                </a:moveTo>
                <a:lnTo>
                  <a:pt x="470624" y="0"/>
                </a:lnTo>
                <a:lnTo>
                  <a:pt x="470624" y="485179"/>
                </a:lnTo>
                <a:lnTo>
                  <a:pt x="0" y="4851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7" name="Freeform 7"/>
          <p:cNvSpPr/>
          <p:nvPr/>
        </p:nvSpPr>
        <p:spPr>
          <a:xfrm rot="-806724">
            <a:off x="17520585" y="5279081"/>
            <a:ext cx="396379" cy="424321"/>
          </a:xfrm>
          <a:custGeom>
            <a:avLst/>
            <a:gdLst/>
            <a:ahLst/>
            <a:cxnLst/>
            <a:rect l="l" t="t" r="r" b="b"/>
            <a:pathLst>
              <a:path w="470624" h="485179">
                <a:moveTo>
                  <a:pt x="0" y="0"/>
                </a:moveTo>
                <a:lnTo>
                  <a:pt x="470624" y="0"/>
                </a:lnTo>
                <a:lnTo>
                  <a:pt x="470624" y="485179"/>
                </a:lnTo>
                <a:lnTo>
                  <a:pt x="0" y="4851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8" name="Freeform 8"/>
          <p:cNvSpPr/>
          <p:nvPr/>
        </p:nvSpPr>
        <p:spPr>
          <a:xfrm rot="-523911">
            <a:off x="14914401" y="6061279"/>
            <a:ext cx="3129341" cy="3456861"/>
          </a:xfrm>
          <a:custGeom>
            <a:avLst/>
            <a:gdLst/>
            <a:ahLst/>
            <a:cxnLst/>
            <a:rect l="l" t="t" r="r" b="b"/>
            <a:pathLst>
              <a:path w="3715495" h="3952655">
                <a:moveTo>
                  <a:pt x="0" y="0"/>
                </a:moveTo>
                <a:lnTo>
                  <a:pt x="3715495" y="0"/>
                </a:lnTo>
                <a:lnTo>
                  <a:pt x="3715495" y="3952655"/>
                </a:lnTo>
                <a:lnTo>
                  <a:pt x="0" y="395265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VN"/>
          </a:p>
        </p:txBody>
      </p:sp>
      <p:sp>
        <p:nvSpPr>
          <p:cNvPr id="9" name="Freeform 9"/>
          <p:cNvSpPr/>
          <p:nvPr/>
        </p:nvSpPr>
        <p:spPr>
          <a:xfrm rot="258353">
            <a:off x="15378707" y="347379"/>
            <a:ext cx="2133327" cy="2391585"/>
          </a:xfrm>
          <a:custGeom>
            <a:avLst/>
            <a:gdLst/>
            <a:ahLst/>
            <a:cxnLst/>
            <a:rect l="l" t="t" r="r" b="b"/>
            <a:pathLst>
              <a:path w="2532918" h="2734594">
                <a:moveTo>
                  <a:pt x="0" y="0"/>
                </a:moveTo>
                <a:lnTo>
                  <a:pt x="2532918" y="0"/>
                </a:lnTo>
                <a:lnTo>
                  <a:pt x="2532918" y="2734595"/>
                </a:lnTo>
                <a:lnTo>
                  <a:pt x="0" y="273459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VN"/>
          </a:p>
        </p:txBody>
      </p:sp>
      <p:sp>
        <p:nvSpPr>
          <p:cNvPr id="10" name="Freeform 10"/>
          <p:cNvSpPr/>
          <p:nvPr/>
        </p:nvSpPr>
        <p:spPr>
          <a:xfrm rot="-1484298">
            <a:off x="11927934" y="272868"/>
            <a:ext cx="2246659" cy="3163241"/>
          </a:xfrm>
          <a:custGeom>
            <a:avLst/>
            <a:gdLst/>
            <a:ahLst/>
            <a:cxnLst/>
            <a:rect l="l" t="t" r="r" b="b"/>
            <a:pathLst>
              <a:path w="2667480" h="3616923">
                <a:moveTo>
                  <a:pt x="0" y="0"/>
                </a:moveTo>
                <a:lnTo>
                  <a:pt x="2667481" y="0"/>
                </a:lnTo>
                <a:lnTo>
                  <a:pt x="2667481" y="3616923"/>
                </a:lnTo>
                <a:lnTo>
                  <a:pt x="0" y="361692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VN"/>
          </a:p>
        </p:txBody>
      </p:sp>
      <p:sp>
        <p:nvSpPr>
          <p:cNvPr id="12" name="Freeform 12"/>
          <p:cNvSpPr/>
          <p:nvPr/>
        </p:nvSpPr>
        <p:spPr>
          <a:xfrm rot="3204645">
            <a:off x="12903978" y="4839954"/>
            <a:ext cx="732076" cy="1302572"/>
          </a:xfrm>
          <a:custGeom>
            <a:avLst/>
            <a:gdLst/>
            <a:ahLst/>
            <a:cxnLst/>
            <a:rect l="l" t="t" r="r" b="b"/>
            <a:pathLst>
              <a:path w="837073" h="1546555">
                <a:moveTo>
                  <a:pt x="0" y="0"/>
                </a:moveTo>
                <a:lnTo>
                  <a:pt x="837073" y="0"/>
                </a:lnTo>
                <a:lnTo>
                  <a:pt x="837073" y="1546555"/>
                </a:lnTo>
                <a:lnTo>
                  <a:pt x="0" y="154655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VN"/>
          </a:p>
        </p:txBody>
      </p:sp>
      <p:sp>
        <p:nvSpPr>
          <p:cNvPr id="13" name="Freeform 13"/>
          <p:cNvSpPr/>
          <p:nvPr/>
        </p:nvSpPr>
        <p:spPr>
          <a:xfrm rot="-3568522">
            <a:off x="14208855" y="120033"/>
            <a:ext cx="1644933" cy="683156"/>
          </a:xfrm>
          <a:custGeom>
            <a:avLst/>
            <a:gdLst/>
            <a:ahLst/>
            <a:cxnLst/>
            <a:rect l="l" t="t" r="r" b="b"/>
            <a:pathLst>
              <a:path w="1880855" h="811119">
                <a:moveTo>
                  <a:pt x="0" y="0"/>
                </a:moveTo>
                <a:lnTo>
                  <a:pt x="1880855" y="0"/>
                </a:lnTo>
                <a:lnTo>
                  <a:pt x="1880855" y="811118"/>
                </a:lnTo>
                <a:lnTo>
                  <a:pt x="0" y="81111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VN"/>
          </a:p>
        </p:txBody>
      </p:sp>
      <p:sp>
        <p:nvSpPr>
          <p:cNvPr id="14" name="TextBox 14"/>
          <p:cNvSpPr txBox="1"/>
          <p:nvPr/>
        </p:nvSpPr>
        <p:spPr>
          <a:xfrm>
            <a:off x="1308633" y="3780625"/>
            <a:ext cx="10765920" cy="2916376"/>
          </a:xfrm>
          <a:prstGeom prst="rect">
            <a:avLst/>
          </a:prstGeom>
        </p:spPr>
        <p:txBody>
          <a:bodyPr wrap="square" lIns="0" tIns="0" rIns="0" bIns="0" rtlCol="0" anchor="t">
            <a:spAutoFit/>
          </a:bodyPr>
          <a:lstStyle/>
          <a:p>
            <a:pPr algn="l">
              <a:lnSpc>
                <a:spcPts val="26305"/>
              </a:lnSpc>
            </a:pPr>
            <a:r>
              <a:rPr lang="en-US" sz="13500" spc="-581" dirty="0">
                <a:solidFill>
                  <a:srgbClr val="603A17"/>
                </a:solidFill>
                <a:latin typeface="Bobby Jones Condensed Soft"/>
                <a:ea typeface="Bobby Jones Condensed Soft"/>
                <a:cs typeface="Bobby Jones Condensed Soft"/>
                <a:sym typeface="Bobby Jones Condensed Soft"/>
              </a:rPr>
              <a:t>Dashboard</a:t>
            </a:r>
          </a:p>
        </p:txBody>
      </p:sp>
      <p:sp>
        <p:nvSpPr>
          <p:cNvPr id="15" name="TextBox 15"/>
          <p:cNvSpPr txBox="1"/>
          <p:nvPr/>
        </p:nvSpPr>
        <p:spPr>
          <a:xfrm>
            <a:off x="1334033" y="7417151"/>
            <a:ext cx="8826004" cy="323958"/>
          </a:xfrm>
          <a:prstGeom prst="rect">
            <a:avLst/>
          </a:prstGeom>
        </p:spPr>
        <p:txBody>
          <a:bodyPr lIns="0" tIns="0" rIns="0" bIns="0" rtlCol="0" anchor="t">
            <a:spAutoFit/>
          </a:bodyPr>
          <a:lstStyle/>
          <a:p>
            <a:pPr algn="l">
              <a:lnSpc>
                <a:spcPts val="2572"/>
              </a:lnSpc>
              <a:spcBef>
                <a:spcPct val="0"/>
              </a:spcBef>
            </a:pPr>
            <a:r>
              <a:rPr lang="en-US" sz="2276" spc="-56">
                <a:solidFill>
                  <a:srgbClr val="FFFFFF"/>
                </a:solidFill>
                <a:latin typeface="Garet"/>
                <a:ea typeface="Garet"/>
                <a:cs typeface="Garet"/>
                <a:sym typeface="Garet"/>
              </a:rPr>
              <a:t>Nutritional Tips to Improve Your Well-Being</a:t>
            </a:r>
          </a:p>
        </p:txBody>
      </p:sp>
      <p:sp>
        <p:nvSpPr>
          <p:cNvPr id="16" name="TextBox 16"/>
          <p:cNvSpPr txBox="1"/>
          <p:nvPr/>
        </p:nvSpPr>
        <p:spPr>
          <a:xfrm>
            <a:off x="1059296" y="2412543"/>
            <a:ext cx="11719103" cy="2277547"/>
          </a:xfrm>
          <a:prstGeom prst="rect">
            <a:avLst/>
          </a:prstGeom>
        </p:spPr>
        <p:txBody>
          <a:bodyPr wrap="square" lIns="0" tIns="0" rIns="0" bIns="0" rtlCol="0" anchor="t">
            <a:spAutoFit/>
          </a:bodyPr>
          <a:lstStyle/>
          <a:p>
            <a:pPr algn="l">
              <a:lnSpc>
                <a:spcPts val="18986"/>
              </a:lnSpc>
            </a:pPr>
            <a:r>
              <a:rPr lang="en-US" sz="11800" dirty="0">
                <a:solidFill>
                  <a:srgbClr val="603A17"/>
                </a:solidFill>
                <a:latin typeface="Handelson Three"/>
                <a:ea typeface="Handelson Three"/>
                <a:cs typeface="Handelson Three"/>
                <a:sym typeface="Handelson Three"/>
              </a:rPr>
              <a:t>Global Food &amp; Nutrition</a:t>
            </a:r>
          </a:p>
        </p:txBody>
      </p:sp>
      <p:sp>
        <p:nvSpPr>
          <p:cNvPr id="18" name="TextBox 18"/>
          <p:cNvSpPr txBox="1"/>
          <p:nvPr/>
        </p:nvSpPr>
        <p:spPr>
          <a:xfrm>
            <a:off x="1334033" y="8064309"/>
            <a:ext cx="9091344" cy="253921"/>
          </a:xfrm>
          <a:prstGeom prst="rect">
            <a:avLst/>
          </a:prstGeom>
        </p:spPr>
        <p:txBody>
          <a:bodyPr lIns="0" tIns="0" rIns="0" bIns="0" rtlCol="0" anchor="t">
            <a:spAutoFit/>
          </a:bodyPr>
          <a:lstStyle/>
          <a:p>
            <a:pPr algn="l">
              <a:lnSpc>
                <a:spcPts val="2007"/>
              </a:lnSpc>
              <a:spcBef>
                <a:spcPct val="0"/>
              </a:spcBef>
            </a:pPr>
            <a:r>
              <a:rPr lang="en-US" sz="1776" b="1" i="1" spc="-44">
                <a:solidFill>
                  <a:srgbClr val="603A17"/>
                </a:solidFill>
                <a:latin typeface="Garet Bold Italics"/>
                <a:ea typeface="Garet Bold Italics"/>
                <a:cs typeface="Garet Bold Italics"/>
                <a:sym typeface="Garet Bold Italics"/>
              </a:rPr>
              <a:t>Presentation by Olivia Wilson</a:t>
            </a:r>
          </a:p>
        </p:txBody>
      </p:sp>
      <p:sp>
        <p:nvSpPr>
          <p:cNvPr id="20" name="Freeform 6">
            <a:extLst>
              <a:ext uri="{FF2B5EF4-FFF2-40B4-BE49-F238E27FC236}">
                <a16:creationId xmlns:a16="http://schemas.microsoft.com/office/drawing/2014/main" id="{12E269C7-B937-DA30-1067-791BFEF4C86B}"/>
              </a:ext>
            </a:extLst>
          </p:cNvPr>
          <p:cNvSpPr/>
          <p:nvPr/>
        </p:nvSpPr>
        <p:spPr>
          <a:xfrm>
            <a:off x="11771398" y="5902275"/>
            <a:ext cx="396379" cy="424321"/>
          </a:xfrm>
          <a:custGeom>
            <a:avLst/>
            <a:gdLst/>
            <a:ahLst/>
            <a:cxnLst/>
            <a:rect l="l" t="t" r="r" b="b"/>
            <a:pathLst>
              <a:path w="470624" h="485179">
                <a:moveTo>
                  <a:pt x="0" y="0"/>
                </a:moveTo>
                <a:lnTo>
                  <a:pt x="470624" y="0"/>
                </a:lnTo>
                <a:lnTo>
                  <a:pt x="470624" y="485179"/>
                </a:lnTo>
                <a:lnTo>
                  <a:pt x="0" y="4851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sp>
        <p:nvSpPr>
          <p:cNvPr id="2" name="Freeform 2"/>
          <p:cNvSpPr/>
          <p:nvPr/>
        </p:nvSpPr>
        <p:spPr>
          <a:xfrm>
            <a:off x="16381790" y="2383282"/>
            <a:ext cx="470624" cy="485179"/>
          </a:xfrm>
          <a:custGeom>
            <a:avLst/>
            <a:gdLst/>
            <a:ahLst/>
            <a:cxnLst/>
            <a:rect l="l" t="t" r="r" b="b"/>
            <a:pathLst>
              <a:path w="470624" h="485179">
                <a:moveTo>
                  <a:pt x="0" y="0"/>
                </a:moveTo>
                <a:lnTo>
                  <a:pt x="470624" y="0"/>
                </a:lnTo>
                <a:lnTo>
                  <a:pt x="470624" y="485180"/>
                </a:lnTo>
                <a:lnTo>
                  <a:pt x="0" y="4851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3" name="Freeform 3"/>
          <p:cNvSpPr/>
          <p:nvPr/>
        </p:nvSpPr>
        <p:spPr>
          <a:xfrm>
            <a:off x="12147608" y="1898103"/>
            <a:ext cx="470624" cy="485179"/>
          </a:xfrm>
          <a:custGeom>
            <a:avLst/>
            <a:gdLst/>
            <a:ahLst/>
            <a:cxnLst/>
            <a:rect l="l" t="t" r="r" b="b"/>
            <a:pathLst>
              <a:path w="470624" h="485179">
                <a:moveTo>
                  <a:pt x="0" y="0"/>
                </a:moveTo>
                <a:lnTo>
                  <a:pt x="470624" y="0"/>
                </a:lnTo>
                <a:lnTo>
                  <a:pt x="470624" y="485179"/>
                </a:lnTo>
                <a:lnTo>
                  <a:pt x="0" y="4851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4" name="Freeform 4"/>
          <p:cNvSpPr/>
          <p:nvPr/>
        </p:nvSpPr>
        <p:spPr>
          <a:xfrm>
            <a:off x="12147608" y="1397651"/>
            <a:ext cx="4234181" cy="3890154"/>
          </a:xfrm>
          <a:custGeom>
            <a:avLst/>
            <a:gdLst/>
            <a:ahLst/>
            <a:cxnLst/>
            <a:rect l="l" t="t" r="r" b="b"/>
            <a:pathLst>
              <a:path w="4234181" h="3890154">
                <a:moveTo>
                  <a:pt x="0" y="0"/>
                </a:moveTo>
                <a:lnTo>
                  <a:pt x="4234182" y="0"/>
                </a:lnTo>
                <a:lnTo>
                  <a:pt x="4234182" y="3890154"/>
                </a:lnTo>
                <a:lnTo>
                  <a:pt x="0" y="38901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5" name="TextBox 5"/>
          <p:cNvSpPr txBox="1"/>
          <p:nvPr/>
        </p:nvSpPr>
        <p:spPr>
          <a:xfrm>
            <a:off x="2206839" y="4781824"/>
            <a:ext cx="7321957" cy="2867323"/>
          </a:xfrm>
          <a:prstGeom prst="rect">
            <a:avLst/>
          </a:prstGeom>
        </p:spPr>
        <p:txBody>
          <a:bodyPr lIns="0" tIns="0" rIns="0" bIns="0" rtlCol="0" anchor="t">
            <a:spAutoFit/>
          </a:bodyPr>
          <a:lstStyle/>
          <a:p>
            <a:pPr algn="l">
              <a:lnSpc>
                <a:spcPts val="5697"/>
              </a:lnSpc>
            </a:pPr>
            <a:r>
              <a:rPr lang="en-US" sz="3452" dirty="0">
                <a:solidFill>
                  <a:srgbClr val="603A17"/>
                </a:solidFill>
                <a:latin typeface="Varela Round"/>
                <a:ea typeface="Varela Round"/>
                <a:cs typeface="Varela Round"/>
                <a:sym typeface="Varela Round"/>
              </a:rPr>
              <a:t>01. Motivation</a:t>
            </a:r>
          </a:p>
          <a:p>
            <a:pPr algn="l">
              <a:lnSpc>
                <a:spcPts val="5697"/>
              </a:lnSpc>
            </a:pPr>
            <a:r>
              <a:rPr lang="en-US" sz="3452" dirty="0">
                <a:solidFill>
                  <a:srgbClr val="603A17"/>
                </a:solidFill>
                <a:latin typeface="Varela Round"/>
                <a:ea typeface="Varela Round"/>
                <a:cs typeface="Varela Round"/>
                <a:sym typeface="Varela Round"/>
              </a:rPr>
              <a:t>02. Research Questions</a:t>
            </a:r>
          </a:p>
          <a:p>
            <a:pPr algn="l">
              <a:lnSpc>
                <a:spcPts val="5697"/>
              </a:lnSpc>
            </a:pPr>
            <a:r>
              <a:rPr lang="en-US" sz="3452" dirty="0">
                <a:solidFill>
                  <a:srgbClr val="603A17"/>
                </a:solidFill>
                <a:latin typeface="Varela Round"/>
                <a:ea typeface="Varela Round"/>
                <a:cs typeface="Varela Round"/>
                <a:sym typeface="Varela Round"/>
              </a:rPr>
              <a:t>03. Dataset</a:t>
            </a:r>
          </a:p>
          <a:p>
            <a:pPr>
              <a:lnSpc>
                <a:spcPts val="5697"/>
              </a:lnSpc>
            </a:pPr>
            <a:r>
              <a:rPr lang="en-US" sz="3452" dirty="0">
                <a:solidFill>
                  <a:srgbClr val="603A17"/>
                </a:solidFill>
                <a:latin typeface="Varela Round"/>
                <a:ea typeface="Varela Round"/>
                <a:cs typeface="Varela Round"/>
                <a:sym typeface="Varela Round"/>
              </a:rPr>
              <a:t>04. Dashboard Design</a:t>
            </a:r>
          </a:p>
        </p:txBody>
      </p:sp>
      <p:sp>
        <p:nvSpPr>
          <p:cNvPr id="6" name="Freeform 6"/>
          <p:cNvSpPr/>
          <p:nvPr/>
        </p:nvSpPr>
        <p:spPr>
          <a:xfrm>
            <a:off x="2206839" y="4076700"/>
            <a:ext cx="6456972" cy="193709"/>
          </a:xfrm>
          <a:custGeom>
            <a:avLst/>
            <a:gdLst/>
            <a:ahLst/>
            <a:cxnLst/>
            <a:rect l="l" t="t" r="r" b="b"/>
            <a:pathLst>
              <a:path w="6456972" h="193709">
                <a:moveTo>
                  <a:pt x="0" y="0"/>
                </a:moveTo>
                <a:lnTo>
                  <a:pt x="6456972" y="0"/>
                </a:lnTo>
                <a:lnTo>
                  <a:pt x="6456972" y="193709"/>
                </a:lnTo>
                <a:lnTo>
                  <a:pt x="0" y="1937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
        <p:nvSpPr>
          <p:cNvPr id="7" name="TextBox 7"/>
          <p:cNvSpPr txBox="1"/>
          <p:nvPr/>
        </p:nvSpPr>
        <p:spPr>
          <a:xfrm>
            <a:off x="2206840" y="1729778"/>
            <a:ext cx="7872954" cy="2677189"/>
          </a:xfrm>
          <a:prstGeom prst="rect">
            <a:avLst/>
          </a:prstGeom>
        </p:spPr>
        <p:txBody>
          <a:bodyPr lIns="0" tIns="0" rIns="0" bIns="0" rtlCol="0" anchor="t">
            <a:spAutoFit/>
          </a:bodyPr>
          <a:lstStyle/>
          <a:p>
            <a:pPr algn="l">
              <a:lnSpc>
                <a:spcPts val="19721"/>
              </a:lnSpc>
            </a:pPr>
            <a:r>
              <a:rPr lang="en-US" sz="19721" dirty="0">
                <a:solidFill>
                  <a:srgbClr val="603A17"/>
                </a:solidFill>
                <a:latin typeface="Bobby Jones Condensed Soft"/>
                <a:ea typeface="Bobby Jones Condensed Soft"/>
                <a:cs typeface="Bobby Jones Condensed Soft"/>
                <a:sym typeface="Bobby Jones Condensed Soft"/>
              </a:rPr>
              <a:t>Agenda</a:t>
            </a:r>
          </a:p>
        </p:txBody>
      </p:sp>
      <p:sp>
        <p:nvSpPr>
          <p:cNvPr id="8" name="Freeform 8"/>
          <p:cNvSpPr/>
          <p:nvPr/>
        </p:nvSpPr>
        <p:spPr>
          <a:xfrm rot="8100000" flipH="1">
            <a:off x="10508194" y="2726717"/>
            <a:ext cx="1016636" cy="1878312"/>
          </a:xfrm>
          <a:custGeom>
            <a:avLst/>
            <a:gdLst/>
            <a:ahLst/>
            <a:cxnLst/>
            <a:rect l="l" t="t" r="r" b="b"/>
            <a:pathLst>
              <a:path w="1016636" h="1878312">
                <a:moveTo>
                  <a:pt x="1016636" y="0"/>
                </a:moveTo>
                <a:lnTo>
                  <a:pt x="0" y="0"/>
                </a:lnTo>
                <a:lnTo>
                  <a:pt x="0" y="1878312"/>
                </a:lnTo>
                <a:lnTo>
                  <a:pt x="1016636" y="1878312"/>
                </a:lnTo>
                <a:lnTo>
                  <a:pt x="1016636"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9" name="TextBox 9"/>
          <p:cNvSpPr txBox="1"/>
          <p:nvPr/>
        </p:nvSpPr>
        <p:spPr>
          <a:xfrm>
            <a:off x="2170950" y="7735396"/>
            <a:ext cx="7321957" cy="674415"/>
          </a:xfrm>
          <a:prstGeom prst="rect">
            <a:avLst/>
          </a:prstGeom>
        </p:spPr>
        <p:txBody>
          <a:bodyPr lIns="0" tIns="0" rIns="0" bIns="0" rtlCol="0" anchor="t">
            <a:spAutoFit/>
          </a:bodyPr>
          <a:lstStyle/>
          <a:p>
            <a:pPr>
              <a:lnSpc>
                <a:spcPts val="5697"/>
              </a:lnSpc>
            </a:pPr>
            <a:r>
              <a:rPr lang="en-US" sz="3452" dirty="0">
                <a:solidFill>
                  <a:srgbClr val="603A17"/>
                </a:solidFill>
                <a:latin typeface="Varela Round"/>
                <a:ea typeface="Varela Round"/>
                <a:cs typeface="Varela Round"/>
                <a:sym typeface="Varela Round"/>
              </a:rPr>
              <a:t>05. Timeline &amp;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grpSp>
        <p:nvGrpSpPr>
          <p:cNvPr id="2" name="Group 2"/>
          <p:cNvGrpSpPr/>
          <p:nvPr/>
        </p:nvGrpSpPr>
        <p:grpSpPr>
          <a:xfrm>
            <a:off x="641952" y="737938"/>
            <a:ext cx="7798104" cy="8811124"/>
            <a:chOff x="0" y="0"/>
            <a:chExt cx="1208130" cy="1365074"/>
          </a:xfrm>
        </p:grpSpPr>
        <p:sp>
          <p:nvSpPr>
            <p:cNvPr id="3" name="Freeform 3"/>
            <p:cNvSpPr/>
            <p:nvPr/>
          </p:nvSpPr>
          <p:spPr>
            <a:xfrm>
              <a:off x="0" y="0"/>
              <a:ext cx="1208130" cy="1365074"/>
            </a:xfrm>
            <a:custGeom>
              <a:avLst/>
              <a:gdLst/>
              <a:ahLst/>
              <a:cxnLst/>
              <a:rect l="l" t="t" r="r" b="b"/>
              <a:pathLst>
                <a:path w="1208130" h="1365074">
                  <a:moveTo>
                    <a:pt x="0" y="0"/>
                  </a:moveTo>
                  <a:lnTo>
                    <a:pt x="1208130" y="0"/>
                  </a:lnTo>
                  <a:lnTo>
                    <a:pt x="1208130" y="1365074"/>
                  </a:lnTo>
                  <a:lnTo>
                    <a:pt x="0" y="1365074"/>
                  </a:lnTo>
                  <a:close/>
                </a:path>
              </a:pathLst>
            </a:custGeom>
            <a:blipFill>
              <a:blip r:embed="rId2"/>
              <a:stretch>
                <a:fillRect l="-34637" r="-34637"/>
              </a:stretch>
            </a:blipFill>
            <a:ln w="85725" cap="sq">
              <a:solidFill>
                <a:srgbClr val="603A17"/>
              </a:solidFill>
              <a:prstDash val="solid"/>
              <a:miter/>
            </a:ln>
          </p:spPr>
          <p:txBody>
            <a:bodyPr/>
            <a:lstStyle/>
            <a:p>
              <a:endParaRPr lang="en-VN"/>
            </a:p>
          </p:txBody>
        </p:sp>
      </p:grpSp>
      <p:sp>
        <p:nvSpPr>
          <p:cNvPr id="4" name="TextBox 4"/>
          <p:cNvSpPr txBox="1"/>
          <p:nvPr/>
        </p:nvSpPr>
        <p:spPr>
          <a:xfrm>
            <a:off x="9511560" y="6501531"/>
            <a:ext cx="7344585" cy="2349873"/>
          </a:xfrm>
          <a:prstGeom prst="rect">
            <a:avLst/>
          </a:prstGeom>
        </p:spPr>
        <p:txBody>
          <a:bodyPr lIns="0" tIns="0" rIns="0" bIns="0" rtlCol="0" anchor="t">
            <a:spAutoFit/>
          </a:bodyPr>
          <a:lstStyle/>
          <a:p>
            <a:pPr algn="l">
              <a:lnSpc>
                <a:spcPts val="3751"/>
              </a:lnSpc>
              <a:spcBef>
                <a:spcPct val="0"/>
              </a:spcBef>
            </a:pPr>
            <a:r>
              <a:rPr lang="en-US" sz="2679">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a:t>
            </a:r>
          </a:p>
        </p:txBody>
      </p:sp>
      <p:sp>
        <p:nvSpPr>
          <p:cNvPr id="5" name="TextBox 5"/>
          <p:cNvSpPr txBox="1"/>
          <p:nvPr/>
        </p:nvSpPr>
        <p:spPr>
          <a:xfrm>
            <a:off x="9451618" y="3109414"/>
            <a:ext cx="8084763" cy="2367680"/>
          </a:xfrm>
          <a:prstGeom prst="rect">
            <a:avLst/>
          </a:prstGeom>
        </p:spPr>
        <p:txBody>
          <a:bodyPr lIns="0" tIns="0" rIns="0" bIns="0" rtlCol="0" anchor="t">
            <a:spAutoFit/>
          </a:bodyPr>
          <a:lstStyle/>
          <a:p>
            <a:pPr algn="l">
              <a:lnSpc>
                <a:spcPts val="18015"/>
              </a:lnSpc>
            </a:pPr>
            <a:r>
              <a:rPr lang="en-US" sz="15942" spc="-398">
                <a:solidFill>
                  <a:srgbClr val="603A17"/>
                </a:solidFill>
                <a:latin typeface="Bobby Jones Condensed Soft"/>
                <a:ea typeface="Bobby Jones Condensed Soft"/>
                <a:cs typeface="Bobby Jones Condensed Soft"/>
                <a:sym typeface="Bobby Jones Condensed Soft"/>
              </a:rPr>
              <a:t>WAY TO COOK</a:t>
            </a:r>
          </a:p>
        </p:txBody>
      </p:sp>
      <p:sp>
        <p:nvSpPr>
          <p:cNvPr id="6" name="TextBox 6"/>
          <p:cNvSpPr txBox="1"/>
          <p:nvPr/>
        </p:nvSpPr>
        <p:spPr>
          <a:xfrm>
            <a:off x="9626531" y="5764350"/>
            <a:ext cx="7404527" cy="274475"/>
          </a:xfrm>
          <a:prstGeom prst="rect">
            <a:avLst/>
          </a:prstGeom>
        </p:spPr>
        <p:txBody>
          <a:bodyPr lIns="0" tIns="0" rIns="0" bIns="0" rtlCol="0" anchor="t">
            <a:spAutoFit/>
          </a:bodyPr>
          <a:lstStyle/>
          <a:p>
            <a:pPr algn="l">
              <a:lnSpc>
                <a:spcPts val="2199"/>
              </a:lnSpc>
              <a:spcBef>
                <a:spcPct val="0"/>
              </a:spcBef>
            </a:pPr>
            <a:r>
              <a:rPr lang="en-US" sz="1946" spc="-48">
                <a:solidFill>
                  <a:srgbClr val="FFFFFF"/>
                </a:solidFill>
                <a:latin typeface="Garet"/>
                <a:ea typeface="Garet"/>
                <a:cs typeface="Garet"/>
                <a:sym typeface="Garet"/>
              </a:rPr>
              <a:t>The Nutritional Value of Food</a:t>
            </a:r>
          </a:p>
        </p:txBody>
      </p:sp>
      <p:sp>
        <p:nvSpPr>
          <p:cNvPr id="7" name="TextBox 7"/>
          <p:cNvSpPr txBox="1"/>
          <p:nvPr/>
        </p:nvSpPr>
        <p:spPr>
          <a:xfrm>
            <a:off x="9267921" y="1753438"/>
            <a:ext cx="8380609" cy="2045559"/>
          </a:xfrm>
          <a:prstGeom prst="rect">
            <a:avLst/>
          </a:prstGeom>
        </p:spPr>
        <p:txBody>
          <a:bodyPr lIns="0" tIns="0" rIns="0" bIns="0" rtlCol="0" anchor="t">
            <a:spAutoFit/>
          </a:bodyPr>
          <a:lstStyle/>
          <a:p>
            <a:pPr algn="l">
              <a:lnSpc>
                <a:spcPts val="15895"/>
              </a:lnSpc>
            </a:pPr>
            <a:r>
              <a:rPr lang="en-US" sz="14067">
                <a:solidFill>
                  <a:srgbClr val="603A17"/>
                </a:solidFill>
                <a:latin typeface="Handelson Three"/>
                <a:ea typeface="Handelson Three"/>
                <a:cs typeface="Handelson Three"/>
                <a:sym typeface="Handelson Three"/>
              </a:rPr>
              <a:t>The best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grpSp>
        <p:nvGrpSpPr>
          <p:cNvPr id="2" name="Group 2"/>
          <p:cNvGrpSpPr/>
          <p:nvPr/>
        </p:nvGrpSpPr>
        <p:grpSpPr>
          <a:xfrm>
            <a:off x="13211276" y="1826505"/>
            <a:ext cx="3855254" cy="6109565"/>
            <a:chOff x="0" y="0"/>
            <a:chExt cx="597280" cy="946532"/>
          </a:xfrm>
        </p:grpSpPr>
        <p:sp>
          <p:nvSpPr>
            <p:cNvPr id="3" name="Freeform 3"/>
            <p:cNvSpPr/>
            <p:nvPr/>
          </p:nvSpPr>
          <p:spPr>
            <a:xfrm>
              <a:off x="0" y="0"/>
              <a:ext cx="597280" cy="946532"/>
            </a:xfrm>
            <a:custGeom>
              <a:avLst/>
              <a:gdLst/>
              <a:ahLst/>
              <a:cxnLst/>
              <a:rect l="l" t="t" r="r" b="b"/>
              <a:pathLst>
                <a:path w="597280" h="946532">
                  <a:moveTo>
                    <a:pt x="28114" y="0"/>
                  </a:moveTo>
                  <a:lnTo>
                    <a:pt x="569166" y="0"/>
                  </a:lnTo>
                  <a:cubicBezTo>
                    <a:pt x="584693" y="0"/>
                    <a:pt x="597280" y="12587"/>
                    <a:pt x="597280" y="28114"/>
                  </a:cubicBezTo>
                  <a:lnTo>
                    <a:pt x="597280" y="918417"/>
                  </a:lnTo>
                  <a:cubicBezTo>
                    <a:pt x="597280" y="925874"/>
                    <a:pt x="594318" y="933025"/>
                    <a:pt x="589045" y="938297"/>
                  </a:cubicBezTo>
                  <a:cubicBezTo>
                    <a:pt x="583773" y="943570"/>
                    <a:pt x="576622" y="946532"/>
                    <a:pt x="569166" y="946532"/>
                  </a:cubicBezTo>
                  <a:lnTo>
                    <a:pt x="28114" y="946532"/>
                  </a:lnTo>
                  <a:cubicBezTo>
                    <a:pt x="12587" y="946532"/>
                    <a:pt x="0" y="933944"/>
                    <a:pt x="0" y="918417"/>
                  </a:cubicBezTo>
                  <a:lnTo>
                    <a:pt x="0" y="28114"/>
                  </a:lnTo>
                  <a:cubicBezTo>
                    <a:pt x="0" y="12587"/>
                    <a:pt x="12587" y="0"/>
                    <a:pt x="28114" y="0"/>
                  </a:cubicBezTo>
                  <a:close/>
                </a:path>
              </a:pathLst>
            </a:custGeom>
            <a:blipFill>
              <a:blip r:embed="rId2"/>
              <a:stretch>
                <a:fillRect l="-87884" t="-9133" r="-72703" b="-627"/>
              </a:stretch>
            </a:blipFill>
            <a:ln w="47625" cap="sq">
              <a:solidFill>
                <a:srgbClr val="889F45"/>
              </a:solidFill>
              <a:prstDash val="solid"/>
              <a:miter/>
            </a:ln>
          </p:spPr>
          <p:txBody>
            <a:bodyPr/>
            <a:lstStyle/>
            <a:p>
              <a:endParaRPr lang="en-VN"/>
            </a:p>
          </p:txBody>
        </p:sp>
      </p:grpSp>
      <p:grpSp>
        <p:nvGrpSpPr>
          <p:cNvPr id="4" name="Group 4"/>
          <p:cNvGrpSpPr/>
          <p:nvPr/>
        </p:nvGrpSpPr>
        <p:grpSpPr>
          <a:xfrm>
            <a:off x="8873872" y="1826505"/>
            <a:ext cx="3855254" cy="6109565"/>
            <a:chOff x="0" y="0"/>
            <a:chExt cx="597280" cy="946532"/>
          </a:xfrm>
        </p:grpSpPr>
        <p:sp>
          <p:nvSpPr>
            <p:cNvPr id="5" name="Freeform 5"/>
            <p:cNvSpPr/>
            <p:nvPr/>
          </p:nvSpPr>
          <p:spPr>
            <a:xfrm>
              <a:off x="0" y="0"/>
              <a:ext cx="597280" cy="946532"/>
            </a:xfrm>
            <a:custGeom>
              <a:avLst/>
              <a:gdLst/>
              <a:ahLst/>
              <a:cxnLst/>
              <a:rect l="l" t="t" r="r" b="b"/>
              <a:pathLst>
                <a:path w="597280" h="946532">
                  <a:moveTo>
                    <a:pt x="28114" y="0"/>
                  </a:moveTo>
                  <a:lnTo>
                    <a:pt x="569166" y="0"/>
                  </a:lnTo>
                  <a:cubicBezTo>
                    <a:pt x="584693" y="0"/>
                    <a:pt x="597280" y="12587"/>
                    <a:pt x="597280" y="28114"/>
                  </a:cubicBezTo>
                  <a:lnTo>
                    <a:pt x="597280" y="918417"/>
                  </a:lnTo>
                  <a:cubicBezTo>
                    <a:pt x="597280" y="925874"/>
                    <a:pt x="594318" y="933025"/>
                    <a:pt x="589045" y="938297"/>
                  </a:cubicBezTo>
                  <a:cubicBezTo>
                    <a:pt x="583773" y="943570"/>
                    <a:pt x="576622" y="946532"/>
                    <a:pt x="569166" y="946532"/>
                  </a:cubicBezTo>
                  <a:lnTo>
                    <a:pt x="28114" y="946532"/>
                  </a:lnTo>
                  <a:cubicBezTo>
                    <a:pt x="12587" y="946532"/>
                    <a:pt x="0" y="933944"/>
                    <a:pt x="0" y="918417"/>
                  </a:cubicBezTo>
                  <a:lnTo>
                    <a:pt x="0" y="28114"/>
                  </a:lnTo>
                  <a:cubicBezTo>
                    <a:pt x="0" y="12587"/>
                    <a:pt x="12587" y="0"/>
                    <a:pt x="28114" y="0"/>
                  </a:cubicBezTo>
                  <a:close/>
                </a:path>
              </a:pathLst>
            </a:custGeom>
            <a:blipFill>
              <a:blip r:embed="rId3"/>
              <a:stretch>
                <a:fillRect l="-103402" r="-34010"/>
              </a:stretch>
            </a:blipFill>
            <a:ln w="47625" cap="sq">
              <a:solidFill>
                <a:srgbClr val="889F45"/>
              </a:solidFill>
              <a:prstDash val="solid"/>
              <a:miter/>
            </a:ln>
          </p:spPr>
          <p:txBody>
            <a:bodyPr/>
            <a:lstStyle/>
            <a:p>
              <a:endParaRPr lang="en-VN"/>
            </a:p>
          </p:txBody>
        </p:sp>
      </p:grpSp>
      <p:sp>
        <p:nvSpPr>
          <p:cNvPr id="6" name="Freeform 6"/>
          <p:cNvSpPr/>
          <p:nvPr/>
        </p:nvSpPr>
        <p:spPr>
          <a:xfrm rot="-1893185" flipH="1">
            <a:off x="5199233" y="6901162"/>
            <a:ext cx="4082498" cy="2648520"/>
          </a:xfrm>
          <a:custGeom>
            <a:avLst/>
            <a:gdLst/>
            <a:ahLst/>
            <a:cxnLst/>
            <a:rect l="l" t="t" r="r" b="b"/>
            <a:pathLst>
              <a:path w="4082498" h="2648520">
                <a:moveTo>
                  <a:pt x="4082498" y="0"/>
                </a:moveTo>
                <a:lnTo>
                  <a:pt x="0" y="0"/>
                </a:lnTo>
                <a:lnTo>
                  <a:pt x="0" y="2648521"/>
                </a:lnTo>
                <a:lnTo>
                  <a:pt x="4082498" y="2648521"/>
                </a:lnTo>
                <a:lnTo>
                  <a:pt x="4082498"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7" name="TextBox 7"/>
          <p:cNvSpPr txBox="1"/>
          <p:nvPr/>
        </p:nvSpPr>
        <p:spPr>
          <a:xfrm>
            <a:off x="1385625" y="1547347"/>
            <a:ext cx="7002471" cy="2858728"/>
          </a:xfrm>
          <a:prstGeom prst="rect">
            <a:avLst/>
          </a:prstGeom>
        </p:spPr>
        <p:txBody>
          <a:bodyPr lIns="0" tIns="0" rIns="0" bIns="0" rtlCol="0" anchor="t">
            <a:spAutoFit/>
          </a:bodyPr>
          <a:lstStyle/>
          <a:p>
            <a:pPr marL="0" lvl="0" indent="0" algn="l">
              <a:lnSpc>
                <a:spcPts val="11052"/>
              </a:lnSpc>
            </a:pPr>
            <a:r>
              <a:rPr lang="en-US" sz="9780">
                <a:solidFill>
                  <a:srgbClr val="603A17"/>
                </a:solidFill>
                <a:latin typeface="Bobby Jones Condensed Soft"/>
                <a:ea typeface="Bobby Jones Condensed Soft"/>
                <a:cs typeface="Bobby Jones Condensed Soft"/>
                <a:sym typeface="Bobby Jones Condensed Soft"/>
              </a:rPr>
              <a:t>Chefs at the larana Center</a:t>
            </a:r>
          </a:p>
        </p:txBody>
      </p:sp>
      <p:sp>
        <p:nvSpPr>
          <p:cNvPr id="8" name="TextBox 8"/>
          <p:cNvSpPr txBox="1"/>
          <p:nvPr/>
        </p:nvSpPr>
        <p:spPr>
          <a:xfrm>
            <a:off x="1385625" y="4603062"/>
            <a:ext cx="6369636" cy="2389990"/>
          </a:xfrm>
          <a:prstGeom prst="rect">
            <a:avLst/>
          </a:prstGeom>
        </p:spPr>
        <p:txBody>
          <a:bodyPr lIns="0" tIns="0" rIns="0" bIns="0" rtlCol="0" anchor="t">
            <a:spAutoFit/>
          </a:bodyPr>
          <a:lstStyle/>
          <a:p>
            <a:pPr algn="l">
              <a:lnSpc>
                <a:spcPts val="3193"/>
              </a:lnSpc>
            </a:pPr>
            <a:r>
              <a:rPr lang="en-US" sz="2280">
                <a:solidFill>
                  <a:srgbClr val="603A17"/>
                </a:solidFill>
                <a:latin typeface="Varela Round"/>
                <a:ea typeface="Varela Round"/>
                <a:cs typeface="Varela Round"/>
                <a:sym typeface="Varela Round"/>
              </a:rPr>
              <a:t>Lorem ipsum dolor sit amet, consectetur adipiscing elit, sed do eiusmod tempor incididunt ut labore et dolore magna aliqua. Ut enim ad minim veniam, quis nostrud exercitation ullamco laboris nisi ut aliquip ex ea commodo consequat.</a:t>
            </a:r>
          </a:p>
        </p:txBody>
      </p:sp>
      <p:sp>
        <p:nvSpPr>
          <p:cNvPr id="9" name="TextBox 9"/>
          <p:cNvSpPr txBox="1"/>
          <p:nvPr/>
        </p:nvSpPr>
        <p:spPr>
          <a:xfrm>
            <a:off x="8919352" y="8312635"/>
            <a:ext cx="3764293" cy="360612"/>
          </a:xfrm>
          <a:prstGeom prst="rect">
            <a:avLst/>
          </a:prstGeom>
        </p:spPr>
        <p:txBody>
          <a:bodyPr lIns="0" tIns="0" rIns="0" bIns="0" rtlCol="0" anchor="t">
            <a:spAutoFit/>
          </a:bodyPr>
          <a:lstStyle/>
          <a:p>
            <a:pPr marL="0" lvl="0" indent="0" algn="ctr">
              <a:lnSpc>
                <a:spcPts val="2668"/>
              </a:lnSpc>
              <a:spcBef>
                <a:spcPct val="0"/>
              </a:spcBef>
            </a:pPr>
            <a:r>
              <a:rPr lang="en-US" sz="2964">
                <a:solidFill>
                  <a:srgbClr val="FFFFFF"/>
                </a:solidFill>
                <a:latin typeface="Varela Round"/>
                <a:ea typeface="Varela Round"/>
                <a:cs typeface="Varela Round"/>
                <a:sym typeface="Varela Round"/>
              </a:rPr>
              <a:t>Howard Ong</a:t>
            </a:r>
          </a:p>
        </p:txBody>
      </p:sp>
      <p:sp>
        <p:nvSpPr>
          <p:cNvPr id="10" name="TextBox 10"/>
          <p:cNvSpPr txBox="1"/>
          <p:nvPr/>
        </p:nvSpPr>
        <p:spPr>
          <a:xfrm>
            <a:off x="13302237" y="8292203"/>
            <a:ext cx="3764293" cy="360612"/>
          </a:xfrm>
          <a:prstGeom prst="rect">
            <a:avLst/>
          </a:prstGeom>
        </p:spPr>
        <p:txBody>
          <a:bodyPr lIns="0" tIns="0" rIns="0" bIns="0" rtlCol="0" anchor="t">
            <a:spAutoFit/>
          </a:bodyPr>
          <a:lstStyle/>
          <a:p>
            <a:pPr marL="0" lvl="0" indent="0" algn="ctr">
              <a:lnSpc>
                <a:spcPts val="2668"/>
              </a:lnSpc>
              <a:spcBef>
                <a:spcPct val="0"/>
              </a:spcBef>
            </a:pPr>
            <a:r>
              <a:rPr lang="en-US" sz="2964">
                <a:solidFill>
                  <a:srgbClr val="FFFFFF"/>
                </a:solidFill>
                <a:latin typeface="Varela Round"/>
                <a:ea typeface="Varela Round"/>
                <a:cs typeface="Varela Round"/>
                <a:sym typeface="Varela Round"/>
              </a:rPr>
              <a:t>Olivia Wilson</a:t>
            </a:r>
          </a:p>
        </p:txBody>
      </p:sp>
      <p:sp>
        <p:nvSpPr>
          <p:cNvPr id="11" name="Freeform 11"/>
          <p:cNvSpPr/>
          <p:nvPr/>
        </p:nvSpPr>
        <p:spPr>
          <a:xfrm rot="-3978217" flipH="1">
            <a:off x="16228350" y="579616"/>
            <a:ext cx="1016636" cy="1878312"/>
          </a:xfrm>
          <a:custGeom>
            <a:avLst/>
            <a:gdLst/>
            <a:ahLst/>
            <a:cxnLst/>
            <a:rect l="l" t="t" r="r" b="b"/>
            <a:pathLst>
              <a:path w="1016636" h="1878312">
                <a:moveTo>
                  <a:pt x="1016637" y="0"/>
                </a:moveTo>
                <a:lnTo>
                  <a:pt x="0" y="0"/>
                </a:lnTo>
                <a:lnTo>
                  <a:pt x="0" y="1878312"/>
                </a:lnTo>
                <a:lnTo>
                  <a:pt x="1016637" y="1878312"/>
                </a:lnTo>
                <a:lnTo>
                  <a:pt x="1016637"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sp>
        <p:nvSpPr>
          <p:cNvPr id="2" name="Freeform 2"/>
          <p:cNvSpPr/>
          <p:nvPr/>
        </p:nvSpPr>
        <p:spPr>
          <a:xfrm rot="-245109" flipH="1">
            <a:off x="1211920" y="6700603"/>
            <a:ext cx="4475565" cy="1404208"/>
          </a:xfrm>
          <a:custGeom>
            <a:avLst/>
            <a:gdLst/>
            <a:ahLst/>
            <a:cxnLst/>
            <a:rect l="l" t="t" r="r" b="b"/>
            <a:pathLst>
              <a:path w="4475565" h="1404208">
                <a:moveTo>
                  <a:pt x="4475565" y="0"/>
                </a:moveTo>
                <a:lnTo>
                  <a:pt x="0" y="0"/>
                </a:lnTo>
                <a:lnTo>
                  <a:pt x="0" y="1404209"/>
                </a:lnTo>
                <a:lnTo>
                  <a:pt x="4475565" y="1404209"/>
                </a:lnTo>
                <a:lnTo>
                  <a:pt x="4475565"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3" name="Freeform 3"/>
          <p:cNvSpPr/>
          <p:nvPr/>
        </p:nvSpPr>
        <p:spPr>
          <a:xfrm rot="-245109" flipH="1">
            <a:off x="12637553" y="3483902"/>
            <a:ext cx="4475565" cy="1404208"/>
          </a:xfrm>
          <a:custGeom>
            <a:avLst/>
            <a:gdLst/>
            <a:ahLst/>
            <a:cxnLst/>
            <a:rect l="l" t="t" r="r" b="b"/>
            <a:pathLst>
              <a:path w="4475565" h="1404208">
                <a:moveTo>
                  <a:pt x="4475564" y="0"/>
                </a:moveTo>
                <a:lnTo>
                  <a:pt x="0" y="0"/>
                </a:lnTo>
                <a:lnTo>
                  <a:pt x="0" y="1404208"/>
                </a:lnTo>
                <a:lnTo>
                  <a:pt x="4475564" y="1404208"/>
                </a:lnTo>
                <a:lnTo>
                  <a:pt x="4475564"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4" name="Freeform 4"/>
          <p:cNvSpPr/>
          <p:nvPr/>
        </p:nvSpPr>
        <p:spPr>
          <a:xfrm rot="-245109" flipH="1">
            <a:off x="12736483" y="6716299"/>
            <a:ext cx="4475565" cy="1404208"/>
          </a:xfrm>
          <a:custGeom>
            <a:avLst/>
            <a:gdLst/>
            <a:ahLst/>
            <a:cxnLst/>
            <a:rect l="l" t="t" r="r" b="b"/>
            <a:pathLst>
              <a:path w="4475565" h="1404208">
                <a:moveTo>
                  <a:pt x="4475564" y="0"/>
                </a:moveTo>
                <a:lnTo>
                  <a:pt x="0" y="0"/>
                </a:lnTo>
                <a:lnTo>
                  <a:pt x="0" y="1404209"/>
                </a:lnTo>
                <a:lnTo>
                  <a:pt x="4475564" y="1404209"/>
                </a:lnTo>
                <a:lnTo>
                  <a:pt x="4475564"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5" name="Freeform 5"/>
          <p:cNvSpPr/>
          <p:nvPr/>
        </p:nvSpPr>
        <p:spPr>
          <a:xfrm rot="-245109" flipH="1">
            <a:off x="1211920" y="3468206"/>
            <a:ext cx="4475565" cy="1404208"/>
          </a:xfrm>
          <a:custGeom>
            <a:avLst/>
            <a:gdLst/>
            <a:ahLst/>
            <a:cxnLst/>
            <a:rect l="l" t="t" r="r" b="b"/>
            <a:pathLst>
              <a:path w="4475565" h="1404208">
                <a:moveTo>
                  <a:pt x="4475565" y="0"/>
                </a:moveTo>
                <a:lnTo>
                  <a:pt x="0" y="0"/>
                </a:lnTo>
                <a:lnTo>
                  <a:pt x="0" y="1404208"/>
                </a:lnTo>
                <a:lnTo>
                  <a:pt x="4475565" y="1404208"/>
                </a:lnTo>
                <a:lnTo>
                  <a:pt x="4475565"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6" name="Freeform 6"/>
          <p:cNvSpPr/>
          <p:nvPr/>
        </p:nvSpPr>
        <p:spPr>
          <a:xfrm rot="-2112283">
            <a:off x="11391581" y="4545685"/>
            <a:ext cx="937572" cy="453550"/>
          </a:xfrm>
          <a:custGeom>
            <a:avLst/>
            <a:gdLst/>
            <a:ahLst/>
            <a:cxnLst/>
            <a:rect l="l" t="t" r="r" b="b"/>
            <a:pathLst>
              <a:path w="937572" h="453550">
                <a:moveTo>
                  <a:pt x="0" y="0"/>
                </a:moveTo>
                <a:lnTo>
                  <a:pt x="937571" y="0"/>
                </a:lnTo>
                <a:lnTo>
                  <a:pt x="937571" y="453551"/>
                </a:lnTo>
                <a:lnTo>
                  <a:pt x="0" y="4535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7" name="Freeform 7"/>
          <p:cNvSpPr/>
          <p:nvPr/>
        </p:nvSpPr>
        <p:spPr>
          <a:xfrm rot="1564808">
            <a:off x="11513407" y="6925570"/>
            <a:ext cx="937572" cy="453550"/>
          </a:xfrm>
          <a:custGeom>
            <a:avLst/>
            <a:gdLst/>
            <a:ahLst/>
            <a:cxnLst/>
            <a:rect l="l" t="t" r="r" b="b"/>
            <a:pathLst>
              <a:path w="937572" h="453550">
                <a:moveTo>
                  <a:pt x="0" y="0"/>
                </a:moveTo>
                <a:lnTo>
                  <a:pt x="937572" y="0"/>
                </a:lnTo>
                <a:lnTo>
                  <a:pt x="937572" y="453551"/>
                </a:lnTo>
                <a:lnTo>
                  <a:pt x="0" y="4535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8" name="Freeform 8"/>
          <p:cNvSpPr/>
          <p:nvPr/>
        </p:nvSpPr>
        <p:spPr>
          <a:xfrm rot="8754868">
            <a:off x="6113682" y="6887919"/>
            <a:ext cx="937572" cy="453550"/>
          </a:xfrm>
          <a:custGeom>
            <a:avLst/>
            <a:gdLst/>
            <a:ahLst/>
            <a:cxnLst/>
            <a:rect l="l" t="t" r="r" b="b"/>
            <a:pathLst>
              <a:path w="937572" h="453550">
                <a:moveTo>
                  <a:pt x="0" y="0"/>
                </a:moveTo>
                <a:lnTo>
                  <a:pt x="937572" y="0"/>
                </a:lnTo>
                <a:lnTo>
                  <a:pt x="937572" y="453550"/>
                </a:lnTo>
                <a:lnTo>
                  <a:pt x="0" y="4535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 name="Freeform 9"/>
          <p:cNvSpPr/>
          <p:nvPr/>
        </p:nvSpPr>
        <p:spPr>
          <a:xfrm rot="-9168039">
            <a:off x="6038364" y="4506108"/>
            <a:ext cx="937572" cy="453550"/>
          </a:xfrm>
          <a:custGeom>
            <a:avLst/>
            <a:gdLst/>
            <a:ahLst/>
            <a:cxnLst/>
            <a:rect l="l" t="t" r="r" b="b"/>
            <a:pathLst>
              <a:path w="937572" h="453550">
                <a:moveTo>
                  <a:pt x="0" y="0"/>
                </a:moveTo>
                <a:lnTo>
                  <a:pt x="937572" y="0"/>
                </a:lnTo>
                <a:lnTo>
                  <a:pt x="937572" y="453550"/>
                </a:lnTo>
                <a:lnTo>
                  <a:pt x="0" y="4535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0" name="Freeform 10"/>
          <p:cNvSpPr/>
          <p:nvPr/>
        </p:nvSpPr>
        <p:spPr>
          <a:xfrm>
            <a:off x="10125681" y="6703606"/>
            <a:ext cx="992861" cy="1465478"/>
          </a:xfrm>
          <a:custGeom>
            <a:avLst/>
            <a:gdLst/>
            <a:ahLst/>
            <a:cxnLst/>
            <a:rect l="l" t="t" r="r" b="b"/>
            <a:pathLst>
              <a:path w="992861" h="1465478">
                <a:moveTo>
                  <a:pt x="0" y="0"/>
                </a:moveTo>
                <a:lnTo>
                  <a:pt x="992861" y="0"/>
                </a:lnTo>
                <a:lnTo>
                  <a:pt x="992861" y="1465477"/>
                </a:lnTo>
                <a:lnTo>
                  <a:pt x="0" y="14654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
        <p:nvSpPr>
          <p:cNvPr id="11" name="TextBox 11"/>
          <p:cNvSpPr txBox="1"/>
          <p:nvPr/>
        </p:nvSpPr>
        <p:spPr>
          <a:xfrm>
            <a:off x="1211080" y="1411211"/>
            <a:ext cx="16165649" cy="1253490"/>
          </a:xfrm>
          <a:prstGeom prst="rect">
            <a:avLst/>
          </a:prstGeom>
        </p:spPr>
        <p:txBody>
          <a:bodyPr lIns="0" tIns="0" rIns="0" bIns="0" rtlCol="0" anchor="t">
            <a:spAutoFit/>
          </a:bodyPr>
          <a:lstStyle/>
          <a:p>
            <a:pPr marL="0" lvl="0" indent="0" algn="ctr">
              <a:lnSpc>
                <a:spcPts val="8910"/>
              </a:lnSpc>
              <a:spcBef>
                <a:spcPct val="0"/>
              </a:spcBef>
            </a:pPr>
            <a:r>
              <a:rPr lang="en-US" sz="9900">
                <a:solidFill>
                  <a:srgbClr val="603A17"/>
                </a:solidFill>
                <a:latin typeface="Bobby Jones Condensed Soft"/>
                <a:ea typeface="Bobby Jones Condensed Soft"/>
                <a:cs typeface="Bobby Jones Condensed Soft"/>
                <a:sym typeface="Bobby Jones Condensed Soft"/>
              </a:rPr>
              <a:t>INGREDIENTS OF A MEAL</a:t>
            </a:r>
          </a:p>
        </p:txBody>
      </p:sp>
      <p:sp>
        <p:nvSpPr>
          <p:cNvPr id="12" name="TextBox 12"/>
          <p:cNvSpPr txBox="1"/>
          <p:nvPr/>
        </p:nvSpPr>
        <p:spPr>
          <a:xfrm>
            <a:off x="1450130" y="3869757"/>
            <a:ext cx="3999145" cy="763031"/>
          </a:xfrm>
          <a:prstGeom prst="rect">
            <a:avLst/>
          </a:prstGeom>
        </p:spPr>
        <p:txBody>
          <a:bodyPr lIns="0" tIns="0" rIns="0" bIns="0" rtlCol="0" anchor="t">
            <a:spAutoFit/>
          </a:bodyPr>
          <a:lstStyle/>
          <a:p>
            <a:pPr marL="0" lvl="0" indent="0" algn="ctr">
              <a:lnSpc>
                <a:spcPts val="5476"/>
              </a:lnSpc>
              <a:spcBef>
                <a:spcPct val="0"/>
              </a:spcBef>
            </a:pPr>
            <a:r>
              <a:rPr lang="en-US" sz="6085">
                <a:solidFill>
                  <a:srgbClr val="603A17"/>
                </a:solidFill>
                <a:latin typeface="Bobby Jones Condensed Soft"/>
                <a:ea typeface="Bobby Jones Condensed Soft"/>
                <a:cs typeface="Bobby Jones Condensed Soft"/>
                <a:sym typeface="Bobby Jones Condensed Soft"/>
              </a:rPr>
              <a:t>Dairy</a:t>
            </a:r>
          </a:p>
        </p:txBody>
      </p:sp>
      <p:sp>
        <p:nvSpPr>
          <p:cNvPr id="13" name="TextBox 13"/>
          <p:cNvSpPr txBox="1"/>
          <p:nvPr/>
        </p:nvSpPr>
        <p:spPr>
          <a:xfrm>
            <a:off x="1450130" y="7144515"/>
            <a:ext cx="3999145" cy="763031"/>
          </a:xfrm>
          <a:prstGeom prst="rect">
            <a:avLst/>
          </a:prstGeom>
        </p:spPr>
        <p:txBody>
          <a:bodyPr lIns="0" tIns="0" rIns="0" bIns="0" rtlCol="0" anchor="t">
            <a:spAutoFit/>
          </a:bodyPr>
          <a:lstStyle/>
          <a:p>
            <a:pPr marL="0" lvl="0" indent="0" algn="ctr">
              <a:lnSpc>
                <a:spcPts val="5476"/>
              </a:lnSpc>
              <a:spcBef>
                <a:spcPct val="0"/>
              </a:spcBef>
            </a:pPr>
            <a:r>
              <a:rPr lang="en-US" sz="6085">
                <a:solidFill>
                  <a:srgbClr val="603A17"/>
                </a:solidFill>
                <a:latin typeface="Bobby Jones Condensed Soft"/>
                <a:ea typeface="Bobby Jones Condensed Soft"/>
                <a:cs typeface="Bobby Jones Condensed Soft"/>
                <a:sym typeface="Bobby Jones Condensed Soft"/>
              </a:rPr>
              <a:t>Vegetables</a:t>
            </a:r>
          </a:p>
        </p:txBody>
      </p:sp>
      <p:sp>
        <p:nvSpPr>
          <p:cNvPr id="14" name="TextBox 14"/>
          <p:cNvSpPr txBox="1"/>
          <p:nvPr/>
        </p:nvSpPr>
        <p:spPr>
          <a:xfrm>
            <a:off x="12845803" y="3869757"/>
            <a:ext cx="3999145" cy="763031"/>
          </a:xfrm>
          <a:prstGeom prst="rect">
            <a:avLst/>
          </a:prstGeom>
        </p:spPr>
        <p:txBody>
          <a:bodyPr lIns="0" tIns="0" rIns="0" bIns="0" rtlCol="0" anchor="t">
            <a:spAutoFit/>
          </a:bodyPr>
          <a:lstStyle/>
          <a:p>
            <a:pPr marL="0" lvl="0" indent="0" algn="ctr">
              <a:lnSpc>
                <a:spcPts val="5476"/>
              </a:lnSpc>
              <a:spcBef>
                <a:spcPct val="0"/>
              </a:spcBef>
            </a:pPr>
            <a:r>
              <a:rPr lang="en-US" sz="6085">
                <a:solidFill>
                  <a:srgbClr val="603A17"/>
                </a:solidFill>
                <a:latin typeface="Bobby Jones Condensed Soft"/>
                <a:ea typeface="Bobby Jones Condensed Soft"/>
                <a:cs typeface="Bobby Jones Condensed Soft"/>
                <a:sym typeface="Bobby Jones Condensed Soft"/>
              </a:rPr>
              <a:t>meat</a:t>
            </a:r>
          </a:p>
        </p:txBody>
      </p:sp>
      <p:sp>
        <p:nvSpPr>
          <p:cNvPr id="15" name="TextBox 15"/>
          <p:cNvSpPr txBox="1"/>
          <p:nvPr/>
        </p:nvSpPr>
        <p:spPr>
          <a:xfrm>
            <a:off x="12875763" y="7144515"/>
            <a:ext cx="3999145" cy="763031"/>
          </a:xfrm>
          <a:prstGeom prst="rect">
            <a:avLst/>
          </a:prstGeom>
        </p:spPr>
        <p:txBody>
          <a:bodyPr lIns="0" tIns="0" rIns="0" bIns="0" rtlCol="0" anchor="t">
            <a:spAutoFit/>
          </a:bodyPr>
          <a:lstStyle/>
          <a:p>
            <a:pPr marL="0" lvl="0" indent="0" algn="ctr">
              <a:lnSpc>
                <a:spcPts val="5476"/>
              </a:lnSpc>
              <a:spcBef>
                <a:spcPct val="0"/>
              </a:spcBef>
            </a:pPr>
            <a:r>
              <a:rPr lang="en-US" sz="6085">
                <a:solidFill>
                  <a:srgbClr val="603A17"/>
                </a:solidFill>
                <a:latin typeface="Bobby Jones Condensed Soft"/>
                <a:ea typeface="Bobby Jones Condensed Soft"/>
                <a:cs typeface="Bobby Jones Condensed Soft"/>
                <a:sym typeface="Bobby Jones Condensed Soft"/>
              </a:rPr>
              <a:t>Fish</a:t>
            </a:r>
          </a:p>
        </p:txBody>
      </p:sp>
      <p:sp>
        <p:nvSpPr>
          <p:cNvPr id="16" name="TextBox 16"/>
          <p:cNvSpPr txBox="1"/>
          <p:nvPr/>
        </p:nvSpPr>
        <p:spPr>
          <a:xfrm>
            <a:off x="1185003" y="5004761"/>
            <a:ext cx="4581554" cy="909515"/>
          </a:xfrm>
          <a:prstGeom prst="rect">
            <a:avLst/>
          </a:prstGeom>
        </p:spPr>
        <p:txBody>
          <a:bodyPr lIns="0" tIns="0" rIns="0" bIns="0" rtlCol="0" anchor="t">
            <a:spAutoFit/>
          </a:bodyPr>
          <a:lstStyle/>
          <a:p>
            <a:pPr algn="l">
              <a:lnSpc>
                <a:spcPts val="1844"/>
              </a:lnSpc>
              <a:spcBef>
                <a:spcPct val="0"/>
              </a:spcBef>
            </a:pPr>
            <a:r>
              <a:rPr lang="en-US" sz="1317">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 </a:t>
            </a:r>
          </a:p>
        </p:txBody>
      </p:sp>
      <p:sp>
        <p:nvSpPr>
          <p:cNvPr id="17" name="TextBox 17"/>
          <p:cNvSpPr txBox="1"/>
          <p:nvPr/>
        </p:nvSpPr>
        <p:spPr>
          <a:xfrm>
            <a:off x="1211080" y="8233870"/>
            <a:ext cx="4555477" cy="909515"/>
          </a:xfrm>
          <a:prstGeom prst="rect">
            <a:avLst/>
          </a:prstGeom>
        </p:spPr>
        <p:txBody>
          <a:bodyPr lIns="0" tIns="0" rIns="0" bIns="0" rtlCol="0" anchor="t">
            <a:spAutoFit/>
          </a:bodyPr>
          <a:lstStyle/>
          <a:p>
            <a:pPr algn="l">
              <a:lnSpc>
                <a:spcPts val="1844"/>
              </a:lnSpc>
              <a:spcBef>
                <a:spcPct val="0"/>
              </a:spcBef>
            </a:pPr>
            <a:r>
              <a:rPr lang="en-US" sz="1317">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 </a:t>
            </a:r>
          </a:p>
        </p:txBody>
      </p:sp>
      <p:sp>
        <p:nvSpPr>
          <p:cNvPr id="18" name="TextBox 18"/>
          <p:cNvSpPr txBox="1"/>
          <p:nvPr/>
        </p:nvSpPr>
        <p:spPr>
          <a:xfrm>
            <a:off x="12692151" y="5004761"/>
            <a:ext cx="4567149" cy="909515"/>
          </a:xfrm>
          <a:prstGeom prst="rect">
            <a:avLst/>
          </a:prstGeom>
        </p:spPr>
        <p:txBody>
          <a:bodyPr lIns="0" tIns="0" rIns="0" bIns="0" rtlCol="0" anchor="t">
            <a:spAutoFit/>
          </a:bodyPr>
          <a:lstStyle/>
          <a:p>
            <a:pPr algn="l">
              <a:lnSpc>
                <a:spcPts val="1844"/>
              </a:lnSpc>
              <a:spcBef>
                <a:spcPct val="0"/>
              </a:spcBef>
            </a:pPr>
            <a:r>
              <a:rPr lang="en-US" sz="1317">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 </a:t>
            </a:r>
          </a:p>
        </p:txBody>
      </p:sp>
      <p:sp>
        <p:nvSpPr>
          <p:cNvPr id="19" name="TextBox 19"/>
          <p:cNvSpPr txBox="1"/>
          <p:nvPr/>
        </p:nvSpPr>
        <p:spPr>
          <a:xfrm>
            <a:off x="12845803" y="8249566"/>
            <a:ext cx="4413497" cy="909515"/>
          </a:xfrm>
          <a:prstGeom prst="rect">
            <a:avLst/>
          </a:prstGeom>
        </p:spPr>
        <p:txBody>
          <a:bodyPr lIns="0" tIns="0" rIns="0" bIns="0" rtlCol="0" anchor="t">
            <a:spAutoFit/>
          </a:bodyPr>
          <a:lstStyle/>
          <a:p>
            <a:pPr algn="l">
              <a:lnSpc>
                <a:spcPts val="1844"/>
              </a:lnSpc>
              <a:spcBef>
                <a:spcPct val="0"/>
              </a:spcBef>
            </a:pPr>
            <a:r>
              <a:rPr lang="en-US" sz="1317">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 </a:t>
            </a:r>
          </a:p>
        </p:txBody>
      </p:sp>
      <p:sp>
        <p:nvSpPr>
          <p:cNvPr id="20" name="Freeform 20"/>
          <p:cNvSpPr/>
          <p:nvPr/>
        </p:nvSpPr>
        <p:spPr>
          <a:xfrm rot="-1011188">
            <a:off x="7738314" y="6145118"/>
            <a:ext cx="1917427" cy="2599901"/>
          </a:xfrm>
          <a:custGeom>
            <a:avLst/>
            <a:gdLst/>
            <a:ahLst/>
            <a:cxnLst/>
            <a:rect l="l" t="t" r="r" b="b"/>
            <a:pathLst>
              <a:path w="1917427" h="2599901">
                <a:moveTo>
                  <a:pt x="0" y="0"/>
                </a:moveTo>
                <a:lnTo>
                  <a:pt x="1917427" y="0"/>
                </a:lnTo>
                <a:lnTo>
                  <a:pt x="1917427" y="2599901"/>
                </a:lnTo>
                <a:lnTo>
                  <a:pt x="0" y="259990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21" name="Freeform 21"/>
          <p:cNvSpPr/>
          <p:nvPr/>
        </p:nvSpPr>
        <p:spPr>
          <a:xfrm rot="1317568">
            <a:off x="7496647" y="4428364"/>
            <a:ext cx="1503279" cy="1067328"/>
          </a:xfrm>
          <a:custGeom>
            <a:avLst/>
            <a:gdLst/>
            <a:ahLst/>
            <a:cxnLst/>
            <a:rect l="l" t="t" r="r" b="b"/>
            <a:pathLst>
              <a:path w="1503279" h="1067328">
                <a:moveTo>
                  <a:pt x="0" y="0"/>
                </a:moveTo>
                <a:lnTo>
                  <a:pt x="1503278" y="0"/>
                </a:lnTo>
                <a:lnTo>
                  <a:pt x="1503278" y="1067328"/>
                </a:lnTo>
                <a:lnTo>
                  <a:pt x="0" y="106732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VN"/>
          </a:p>
        </p:txBody>
      </p:sp>
      <p:sp>
        <p:nvSpPr>
          <p:cNvPr id="22" name="Freeform 22"/>
          <p:cNvSpPr/>
          <p:nvPr/>
        </p:nvSpPr>
        <p:spPr>
          <a:xfrm rot="-1109510">
            <a:off x="9320282" y="4519337"/>
            <a:ext cx="1915341" cy="1417352"/>
          </a:xfrm>
          <a:custGeom>
            <a:avLst/>
            <a:gdLst/>
            <a:ahLst/>
            <a:cxnLst/>
            <a:rect l="l" t="t" r="r" b="b"/>
            <a:pathLst>
              <a:path w="1915341" h="1417352">
                <a:moveTo>
                  <a:pt x="0" y="0"/>
                </a:moveTo>
                <a:lnTo>
                  <a:pt x="1915340" y="0"/>
                </a:lnTo>
                <a:lnTo>
                  <a:pt x="1915340" y="1417352"/>
                </a:lnTo>
                <a:lnTo>
                  <a:pt x="0" y="141735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VN"/>
          </a:p>
        </p:txBody>
      </p:sp>
      <p:sp>
        <p:nvSpPr>
          <p:cNvPr id="23" name="Freeform 23"/>
          <p:cNvSpPr/>
          <p:nvPr/>
        </p:nvSpPr>
        <p:spPr>
          <a:xfrm>
            <a:off x="9724847" y="6567175"/>
            <a:ext cx="340265" cy="350789"/>
          </a:xfrm>
          <a:custGeom>
            <a:avLst/>
            <a:gdLst/>
            <a:ahLst/>
            <a:cxnLst/>
            <a:rect l="l" t="t" r="r" b="b"/>
            <a:pathLst>
              <a:path w="340265" h="350789">
                <a:moveTo>
                  <a:pt x="0" y="0"/>
                </a:moveTo>
                <a:lnTo>
                  <a:pt x="340265" y="0"/>
                </a:lnTo>
                <a:lnTo>
                  <a:pt x="340265" y="350789"/>
                </a:lnTo>
                <a:lnTo>
                  <a:pt x="0" y="35078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VN"/>
          </a:p>
        </p:txBody>
      </p:sp>
      <p:sp>
        <p:nvSpPr>
          <p:cNvPr id="24" name="Freeform 24"/>
          <p:cNvSpPr/>
          <p:nvPr/>
        </p:nvSpPr>
        <p:spPr>
          <a:xfrm>
            <a:off x="7518817" y="5771692"/>
            <a:ext cx="340265" cy="350789"/>
          </a:xfrm>
          <a:custGeom>
            <a:avLst/>
            <a:gdLst/>
            <a:ahLst/>
            <a:cxnLst/>
            <a:rect l="l" t="t" r="r" b="b"/>
            <a:pathLst>
              <a:path w="340265" h="350789">
                <a:moveTo>
                  <a:pt x="0" y="0"/>
                </a:moveTo>
                <a:lnTo>
                  <a:pt x="340265" y="0"/>
                </a:lnTo>
                <a:lnTo>
                  <a:pt x="340265" y="350789"/>
                </a:lnTo>
                <a:lnTo>
                  <a:pt x="0" y="35078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VN"/>
          </a:p>
        </p:txBody>
      </p:sp>
      <p:sp>
        <p:nvSpPr>
          <p:cNvPr id="25" name="Freeform 25"/>
          <p:cNvSpPr/>
          <p:nvPr/>
        </p:nvSpPr>
        <p:spPr>
          <a:xfrm>
            <a:off x="9332571" y="4170820"/>
            <a:ext cx="340265" cy="350789"/>
          </a:xfrm>
          <a:custGeom>
            <a:avLst/>
            <a:gdLst/>
            <a:ahLst/>
            <a:cxnLst/>
            <a:rect l="l" t="t" r="r" b="b"/>
            <a:pathLst>
              <a:path w="340265" h="350789">
                <a:moveTo>
                  <a:pt x="0" y="0"/>
                </a:moveTo>
                <a:lnTo>
                  <a:pt x="340265" y="0"/>
                </a:lnTo>
                <a:lnTo>
                  <a:pt x="340265" y="350788"/>
                </a:lnTo>
                <a:lnTo>
                  <a:pt x="0" y="35078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VN"/>
          </a:p>
        </p:txBody>
      </p:sp>
      <p:grpSp>
        <p:nvGrpSpPr>
          <p:cNvPr id="26" name="Group 26"/>
          <p:cNvGrpSpPr/>
          <p:nvPr/>
        </p:nvGrpSpPr>
        <p:grpSpPr>
          <a:xfrm>
            <a:off x="3050205" y="2589634"/>
            <a:ext cx="12351535" cy="263738"/>
            <a:chOff x="0" y="0"/>
            <a:chExt cx="16468713" cy="351651"/>
          </a:xfrm>
        </p:grpSpPr>
        <p:sp>
          <p:nvSpPr>
            <p:cNvPr id="27" name="Freeform 27"/>
            <p:cNvSpPr/>
            <p:nvPr/>
          </p:nvSpPr>
          <p:spPr>
            <a:xfrm>
              <a:off x="0" y="93372"/>
              <a:ext cx="8609296" cy="258279"/>
            </a:xfrm>
            <a:custGeom>
              <a:avLst/>
              <a:gdLst/>
              <a:ahLst/>
              <a:cxnLst/>
              <a:rect l="l" t="t" r="r" b="b"/>
              <a:pathLst>
                <a:path w="8609296" h="258279">
                  <a:moveTo>
                    <a:pt x="0" y="0"/>
                  </a:moveTo>
                  <a:lnTo>
                    <a:pt x="8609296" y="0"/>
                  </a:lnTo>
                  <a:lnTo>
                    <a:pt x="8609296" y="258279"/>
                  </a:lnTo>
                  <a:lnTo>
                    <a:pt x="0" y="25827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VN"/>
            </a:p>
          </p:txBody>
        </p:sp>
        <p:sp>
          <p:nvSpPr>
            <p:cNvPr id="28" name="Freeform 28"/>
            <p:cNvSpPr/>
            <p:nvPr/>
          </p:nvSpPr>
          <p:spPr>
            <a:xfrm>
              <a:off x="7859417" y="0"/>
              <a:ext cx="8609296" cy="258279"/>
            </a:xfrm>
            <a:custGeom>
              <a:avLst/>
              <a:gdLst/>
              <a:ahLst/>
              <a:cxnLst/>
              <a:rect l="l" t="t" r="r" b="b"/>
              <a:pathLst>
                <a:path w="8609296" h="258279">
                  <a:moveTo>
                    <a:pt x="0" y="0"/>
                  </a:moveTo>
                  <a:lnTo>
                    <a:pt x="8609296" y="0"/>
                  </a:lnTo>
                  <a:lnTo>
                    <a:pt x="8609296" y="258279"/>
                  </a:lnTo>
                  <a:lnTo>
                    <a:pt x="0" y="258279"/>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VN"/>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sp>
        <p:nvSpPr>
          <p:cNvPr id="2" name="Freeform 2"/>
          <p:cNvSpPr/>
          <p:nvPr/>
        </p:nvSpPr>
        <p:spPr>
          <a:xfrm>
            <a:off x="15528941" y="6953305"/>
            <a:ext cx="2188137" cy="2693092"/>
          </a:xfrm>
          <a:custGeom>
            <a:avLst/>
            <a:gdLst/>
            <a:ahLst/>
            <a:cxnLst/>
            <a:rect l="l" t="t" r="r" b="b"/>
            <a:pathLst>
              <a:path w="2188137" h="2693092">
                <a:moveTo>
                  <a:pt x="0" y="0"/>
                </a:moveTo>
                <a:lnTo>
                  <a:pt x="2188136" y="0"/>
                </a:lnTo>
                <a:lnTo>
                  <a:pt x="2188136" y="2693091"/>
                </a:lnTo>
                <a:lnTo>
                  <a:pt x="0" y="26930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3" name="Freeform 3"/>
          <p:cNvSpPr/>
          <p:nvPr/>
        </p:nvSpPr>
        <p:spPr>
          <a:xfrm>
            <a:off x="745131" y="6749161"/>
            <a:ext cx="1814938" cy="2763865"/>
          </a:xfrm>
          <a:custGeom>
            <a:avLst/>
            <a:gdLst/>
            <a:ahLst/>
            <a:cxnLst/>
            <a:rect l="l" t="t" r="r" b="b"/>
            <a:pathLst>
              <a:path w="1814938" h="2763865">
                <a:moveTo>
                  <a:pt x="0" y="0"/>
                </a:moveTo>
                <a:lnTo>
                  <a:pt x="1814938" y="0"/>
                </a:lnTo>
                <a:lnTo>
                  <a:pt x="1814938" y="2763865"/>
                </a:lnTo>
                <a:lnTo>
                  <a:pt x="0" y="27638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4" name="TextBox 4"/>
          <p:cNvSpPr txBox="1"/>
          <p:nvPr/>
        </p:nvSpPr>
        <p:spPr>
          <a:xfrm>
            <a:off x="745131" y="1642292"/>
            <a:ext cx="16797738" cy="2185524"/>
          </a:xfrm>
          <a:prstGeom prst="rect">
            <a:avLst/>
          </a:prstGeom>
        </p:spPr>
        <p:txBody>
          <a:bodyPr lIns="0" tIns="0" rIns="0" bIns="0" rtlCol="0" anchor="t">
            <a:spAutoFit/>
          </a:bodyPr>
          <a:lstStyle/>
          <a:p>
            <a:pPr algn="ctr">
              <a:lnSpc>
                <a:spcPts val="17288"/>
              </a:lnSpc>
            </a:pPr>
            <a:r>
              <a:rPr lang="en-US" sz="13613">
                <a:solidFill>
                  <a:srgbClr val="603A17"/>
                </a:solidFill>
                <a:latin typeface="Bobby Jones Condensed Soft"/>
                <a:ea typeface="Bobby Jones Condensed Soft"/>
                <a:cs typeface="Bobby Jones Condensed Soft"/>
                <a:sym typeface="Bobby Jones Condensed Soft"/>
              </a:rPr>
              <a:t>Vegetables and Greens</a:t>
            </a:r>
          </a:p>
        </p:txBody>
      </p:sp>
      <p:sp>
        <p:nvSpPr>
          <p:cNvPr id="5" name="TextBox 5"/>
          <p:cNvSpPr txBox="1"/>
          <p:nvPr/>
        </p:nvSpPr>
        <p:spPr>
          <a:xfrm>
            <a:off x="2759059" y="5325656"/>
            <a:ext cx="6222065" cy="2789860"/>
          </a:xfrm>
          <a:prstGeom prst="rect">
            <a:avLst/>
          </a:prstGeom>
        </p:spPr>
        <p:txBody>
          <a:bodyPr lIns="0" tIns="0" rIns="0" bIns="0" rtlCol="0" anchor="t">
            <a:spAutoFit/>
          </a:bodyPr>
          <a:lstStyle/>
          <a:p>
            <a:pPr marL="574944" lvl="1" indent="-287472" algn="l">
              <a:lnSpc>
                <a:spcPts val="3728"/>
              </a:lnSpc>
              <a:buFont typeface="Arial"/>
              <a:buChar char="•"/>
            </a:pPr>
            <a:r>
              <a:rPr lang="en-US" sz="2663">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a:t>
            </a:r>
          </a:p>
        </p:txBody>
      </p:sp>
      <p:sp>
        <p:nvSpPr>
          <p:cNvPr id="6" name="TextBox 6"/>
          <p:cNvSpPr txBox="1"/>
          <p:nvPr/>
        </p:nvSpPr>
        <p:spPr>
          <a:xfrm>
            <a:off x="9388168" y="5325656"/>
            <a:ext cx="6140773" cy="2789860"/>
          </a:xfrm>
          <a:prstGeom prst="rect">
            <a:avLst/>
          </a:prstGeom>
        </p:spPr>
        <p:txBody>
          <a:bodyPr lIns="0" tIns="0" rIns="0" bIns="0" rtlCol="0" anchor="t">
            <a:spAutoFit/>
          </a:bodyPr>
          <a:lstStyle/>
          <a:p>
            <a:pPr marL="574944" lvl="1" indent="-287472" algn="l">
              <a:lnSpc>
                <a:spcPts val="3728"/>
              </a:lnSpc>
              <a:buFont typeface="Arial"/>
              <a:buChar char="•"/>
            </a:pPr>
            <a:r>
              <a:rPr lang="en-US" sz="2663">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a:t>
            </a:r>
          </a:p>
        </p:txBody>
      </p:sp>
      <p:sp>
        <p:nvSpPr>
          <p:cNvPr id="7" name="TextBox 7"/>
          <p:cNvSpPr txBox="1"/>
          <p:nvPr/>
        </p:nvSpPr>
        <p:spPr>
          <a:xfrm>
            <a:off x="3427669" y="4517323"/>
            <a:ext cx="5716331" cy="487050"/>
          </a:xfrm>
          <a:prstGeom prst="rect">
            <a:avLst/>
          </a:prstGeom>
        </p:spPr>
        <p:txBody>
          <a:bodyPr lIns="0" tIns="0" rIns="0" bIns="0" rtlCol="0" anchor="t">
            <a:spAutoFit/>
          </a:bodyPr>
          <a:lstStyle/>
          <a:p>
            <a:pPr algn="l">
              <a:lnSpc>
                <a:spcPts val="3794"/>
              </a:lnSpc>
              <a:spcBef>
                <a:spcPct val="0"/>
              </a:spcBef>
            </a:pPr>
            <a:r>
              <a:rPr lang="en-US" sz="3357" spc="-83">
                <a:solidFill>
                  <a:srgbClr val="FFFFFF"/>
                </a:solidFill>
                <a:latin typeface="Garet"/>
                <a:ea typeface="Garet"/>
                <a:cs typeface="Garet"/>
                <a:sym typeface="Garet"/>
              </a:rPr>
              <a:t>Vegetables</a:t>
            </a:r>
          </a:p>
        </p:txBody>
      </p:sp>
      <p:sp>
        <p:nvSpPr>
          <p:cNvPr id="8" name="TextBox 8"/>
          <p:cNvSpPr txBox="1"/>
          <p:nvPr/>
        </p:nvSpPr>
        <p:spPr>
          <a:xfrm>
            <a:off x="10056778" y="4517323"/>
            <a:ext cx="5472163" cy="487050"/>
          </a:xfrm>
          <a:prstGeom prst="rect">
            <a:avLst/>
          </a:prstGeom>
        </p:spPr>
        <p:txBody>
          <a:bodyPr lIns="0" tIns="0" rIns="0" bIns="0" rtlCol="0" anchor="t">
            <a:spAutoFit/>
          </a:bodyPr>
          <a:lstStyle/>
          <a:p>
            <a:pPr algn="l">
              <a:lnSpc>
                <a:spcPts val="3794"/>
              </a:lnSpc>
              <a:spcBef>
                <a:spcPct val="0"/>
              </a:spcBef>
            </a:pPr>
            <a:r>
              <a:rPr lang="en-US" sz="3357" spc="-83">
                <a:solidFill>
                  <a:srgbClr val="FFFFFF"/>
                </a:solidFill>
                <a:latin typeface="Garet"/>
                <a:ea typeface="Garet"/>
                <a:cs typeface="Garet"/>
                <a:sym typeface="Garet"/>
              </a:rPr>
              <a:t>Fruits</a:t>
            </a:r>
          </a:p>
        </p:txBody>
      </p:sp>
      <p:sp>
        <p:nvSpPr>
          <p:cNvPr id="9" name="Freeform 9"/>
          <p:cNvSpPr/>
          <p:nvPr/>
        </p:nvSpPr>
        <p:spPr>
          <a:xfrm>
            <a:off x="17376813" y="6777910"/>
            <a:ext cx="340265" cy="350789"/>
          </a:xfrm>
          <a:custGeom>
            <a:avLst/>
            <a:gdLst/>
            <a:ahLst/>
            <a:cxnLst/>
            <a:rect l="l" t="t" r="r" b="b"/>
            <a:pathLst>
              <a:path w="340265" h="350789">
                <a:moveTo>
                  <a:pt x="0" y="0"/>
                </a:moveTo>
                <a:lnTo>
                  <a:pt x="340264" y="0"/>
                </a:lnTo>
                <a:lnTo>
                  <a:pt x="340264" y="350789"/>
                </a:lnTo>
                <a:lnTo>
                  <a:pt x="0" y="3507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
        <p:nvSpPr>
          <p:cNvPr id="10" name="Freeform 10"/>
          <p:cNvSpPr/>
          <p:nvPr/>
        </p:nvSpPr>
        <p:spPr>
          <a:xfrm>
            <a:off x="574998" y="9082906"/>
            <a:ext cx="340265" cy="350789"/>
          </a:xfrm>
          <a:custGeom>
            <a:avLst/>
            <a:gdLst/>
            <a:ahLst/>
            <a:cxnLst/>
            <a:rect l="l" t="t" r="r" b="b"/>
            <a:pathLst>
              <a:path w="340265" h="350789">
                <a:moveTo>
                  <a:pt x="0" y="0"/>
                </a:moveTo>
                <a:lnTo>
                  <a:pt x="340265" y="0"/>
                </a:lnTo>
                <a:lnTo>
                  <a:pt x="340265" y="350788"/>
                </a:lnTo>
                <a:lnTo>
                  <a:pt x="0" y="35078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
        <p:nvSpPr>
          <p:cNvPr id="11" name="Freeform 11"/>
          <p:cNvSpPr/>
          <p:nvPr/>
        </p:nvSpPr>
        <p:spPr>
          <a:xfrm>
            <a:off x="14718318" y="9082906"/>
            <a:ext cx="340265" cy="350789"/>
          </a:xfrm>
          <a:custGeom>
            <a:avLst/>
            <a:gdLst/>
            <a:ahLst/>
            <a:cxnLst/>
            <a:rect l="l" t="t" r="r" b="b"/>
            <a:pathLst>
              <a:path w="340265" h="350789">
                <a:moveTo>
                  <a:pt x="0" y="0"/>
                </a:moveTo>
                <a:lnTo>
                  <a:pt x="340265" y="0"/>
                </a:lnTo>
                <a:lnTo>
                  <a:pt x="340265" y="350788"/>
                </a:lnTo>
                <a:lnTo>
                  <a:pt x="0" y="35078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sp>
        <p:nvSpPr>
          <p:cNvPr id="2" name="Freeform 2"/>
          <p:cNvSpPr/>
          <p:nvPr/>
        </p:nvSpPr>
        <p:spPr>
          <a:xfrm>
            <a:off x="1933988" y="4498475"/>
            <a:ext cx="417416" cy="430326"/>
          </a:xfrm>
          <a:custGeom>
            <a:avLst/>
            <a:gdLst/>
            <a:ahLst/>
            <a:cxnLst/>
            <a:rect l="l" t="t" r="r" b="b"/>
            <a:pathLst>
              <a:path w="417416" h="430326">
                <a:moveTo>
                  <a:pt x="0" y="0"/>
                </a:moveTo>
                <a:lnTo>
                  <a:pt x="417416" y="0"/>
                </a:lnTo>
                <a:lnTo>
                  <a:pt x="417416" y="430326"/>
                </a:lnTo>
                <a:lnTo>
                  <a:pt x="0" y="4303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3" name="Freeform 3"/>
          <p:cNvSpPr/>
          <p:nvPr/>
        </p:nvSpPr>
        <p:spPr>
          <a:xfrm rot="-6093437" flipH="1">
            <a:off x="3464400" y="4095824"/>
            <a:ext cx="901698" cy="1665955"/>
          </a:xfrm>
          <a:custGeom>
            <a:avLst/>
            <a:gdLst/>
            <a:ahLst/>
            <a:cxnLst/>
            <a:rect l="l" t="t" r="r" b="b"/>
            <a:pathLst>
              <a:path w="901698" h="1665955">
                <a:moveTo>
                  <a:pt x="901698" y="0"/>
                </a:moveTo>
                <a:lnTo>
                  <a:pt x="0" y="0"/>
                </a:lnTo>
                <a:lnTo>
                  <a:pt x="0" y="1665955"/>
                </a:lnTo>
                <a:lnTo>
                  <a:pt x="901698" y="1665955"/>
                </a:lnTo>
                <a:lnTo>
                  <a:pt x="901698"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4" name="Freeform 4"/>
          <p:cNvSpPr/>
          <p:nvPr/>
        </p:nvSpPr>
        <p:spPr>
          <a:xfrm>
            <a:off x="1213091" y="5969695"/>
            <a:ext cx="3481587" cy="3198708"/>
          </a:xfrm>
          <a:custGeom>
            <a:avLst/>
            <a:gdLst/>
            <a:ahLst/>
            <a:cxnLst/>
            <a:rect l="l" t="t" r="r" b="b"/>
            <a:pathLst>
              <a:path w="3481587" h="3198708">
                <a:moveTo>
                  <a:pt x="0" y="0"/>
                </a:moveTo>
                <a:lnTo>
                  <a:pt x="3481587" y="0"/>
                </a:lnTo>
                <a:lnTo>
                  <a:pt x="3481587" y="3198707"/>
                </a:lnTo>
                <a:lnTo>
                  <a:pt x="0" y="319870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
        <p:nvSpPr>
          <p:cNvPr id="5" name="Freeform 5"/>
          <p:cNvSpPr/>
          <p:nvPr/>
        </p:nvSpPr>
        <p:spPr>
          <a:xfrm>
            <a:off x="3915249" y="8218991"/>
            <a:ext cx="417416" cy="430326"/>
          </a:xfrm>
          <a:custGeom>
            <a:avLst/>
            <a:gdLst/>
            <a:ahLst/>
            <a:cxnLst/>
            <a:rect l="l" t="t" r="r" b="b"/>
            <a:pathLst>
              <a:path w="417416" h="430326">
                <a:moveTo>
                  <a:pt x="0" y="0"/>
                </a:moveTo>
                <a:lnTo>
                  <a:pt x="417417" y="0"/>
                </a:lnTo>
                <a:lnTo>
                  <a:pt x="417417" y="430327"/>
                </a:lnTo>
                <a:lnTo>
                  <a:pt x="0" y="4303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6" name="Freeform 6"/>
          <p:cNvSpPr/>
          <p:nvPr/>
        </p:nvSpPr>
        <p:spPr>
          <a:xfrm>
            <a:off x="1021825" y="1118598"/>
            <a:ext cx="3974019" cy="2896066"/>
          </a:xfrm>
          <a:custGeom>
            <a:avLst/>
            <a:gdLst/>
            <a:ahLst/>
            <a:cxnLst/>
            <a:rect l="l" t="t" r="r" b="b"/>
            <a:pathLst>
              <a:path w="3974019" h="2896066">
                <a:moveTo>
                  <a:pt x="0" y="0"/>
                </a:moveTo>
                <a:lnTo>
                  <a:pt x="3974019" y="0"/>
                </a:lnTo>
                <a:lnTo>
                  <a:pt x="3974019" y="2896066"/>
                </a:lnTo>
                <a:lnTo>
                  <a:pt x="0" y="289606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7" name="TextBox 7"/>
          <p:cNvSpPr txBox="1"/>
          <p:nvPr/>
        </p:nvSpPr>
        <p:spPr>
          <a:xfrm>
            <a:off x="5824519" y="2162676"/>
            <a:ext cx="12126705" cy="1722771"/>
          </a:xfrm>
          <a:prstGeom prst="rect">
            <a:avLst/>
          </a:prstGeom>
        </p:spPr>
        <p:txBody>
          <a:bodyPr lIns="0" tIns="0" rIns="0" bIns="0" rtlCol="0" anchor="t">
            <a:spAutoFit/>
          </a:bodyPr>
          <a:lstStyle/>
          <a:p>
            <a:pPr algn="l">
              <a:lnSpc>
                <a:spcPts val="12647"/>
              </a:lnSpc>
            </a:pPr>
            <a:r>
              <a:rPr lang="en-US" sz="12647">
                <a:solidFill>
                  <a:srgbClr val="603A17"/>
                </a:solidFill>
                <a:latin typeface="Bobby Jones Condensed Soft"/>
                <a:ea typeface="Bobby Jones Condensed Soft"/>
                <a:cs typeface="Bobby Jones Condensed Soft"/>
                <a:sym typeface="Bobby Jones Condensed Soft"/>
              </a:rPr>
              <a:t>Flour and gluten</a:t>
            </a:r>
          </a:p>
        </p:txBody>
      </p:sp>
      <p:sp>
        <p:nvSpPr>
          <p:cNvPr id="8" name="TextBox 8"/>
          <p:cNvSpPr txBox="1"/>
          <p:nvPr/>
        </p:nvSpPr>
        <p:spPr>
          <a:xfrm>
            <a:off x="5965322" y="5930214"/>
            <a:ext cx="4970678" cy="2394135"/>
          </a:xfrm>
          <a:prstGeom prst="rect">
            <a:avLst/>
          </a:prstGeom>
        </p:spPr>
        <p:txBody>
          <a:bodyPr lIns="0" tIns="0" rIns="0" bIns="0" rtlCol="0" anchor="t">
            <a:spAutoFit/>
          </a:bodyPr>
          <a:lstStyle/>
          <a:p>
            <a:pPr algn="l">
              <a:lnSpc>
                <a:spcPts val="3188"/>
              </a:lnSpc>
              <a:spcBef>
                <a:spcPct val="0"/>
              </a:spcBef>
            </a:pPr>
            <a:r>
              <a:rPr lang="en-US" sz="2277">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a:t>
            </a:r>
          </a:p>
        </p:txBody>
      </p:sp>
      <p:sp>
        <p:nvSpPr>
          <p:cNvPr id="9" name="TextBox 9"/>
          <p:cNvSpPr txBox="1"/>
          <p:nvPr/>
        </p:nvSpPr>
        <p:spPr>
          <a:xfrm>
            <a:off x="6188976" y="4961278"/>
            <a:ext cx="5130168" cy="507642"/>
          </a:xfrm>
          <a:prstGeom prst="rect">
            <a:avLst/>
          </a:prstGeom>
        </p:spPr>
        <p:txBody>
          <a:bodyPr lIns="0" tIns="0" rIns="0" bIns="0" rtlCol="0" anchor="t">
            <a:spAutoFit/>
          </a:bodyPr>
          <a:lstStyle/>
          <a:p>
            <a:pPr algn="l">
              <a:lnSpc>
                <a:spcPts val="3860"/>
              </a:lnSpc>
            </a:pPr>
            <a:r>
              <a:rPr lang="en-US" sz="3860">
                <a:solidFill>
                  <a:srgbClr val="FFFFFF"/>
                </a:solidFill>
                <a:latin typeface="Garet"/>
                <a:ea typeface="Garet"/>
                <a:cs typeface="Garet"/>
                <a:sym typeface="Garet"/>
              </a:rPr>
              <a:t>Pasta</a:t>
            </a:r>
          </a:p>
        </p:txBody>
      </p:sp>
      <p:sp>
        <p:nvSpPr>
          <p:cNvPr id="10" name="TextBox 10"/>
          <p:cNvSpPr txBox="1"/>
          <p:nvPr/>
        </p:nvSpPr>
        <p:spPr>
          <a:xfrm>
            <a:off x="12147550" y="4961278"/>
            <a:ext cx="4654955" cy="507642"/>
          </a:xfrm>
          <a:prstGeom prst="rect">
            <a:avLst/>
          </a:prstGeom>
        </p:spPr>
        <p:txBody>
          <a:bodyPr lIns="0" tIns="0" rIns="0" bIns="0" rtlCol="0" anchor="t">
            <a:spAutoFit/>
          </a:bodyPr>
          <a:lstStyle/>
          <a:p>
            <a:pPr algn="l">
              <a:lnSpc>
                <a:spcPts val="3860"/>
              </a:lnSpc>
            </a:pPr>
            <a:r>
              <a:rPr lang="en-US" sz="3860">
                <a:solidFill>
                  <a:srgbClr val="FFFFFF"/>
                </a:solidFill>
                <a:latin typeface="Garet"/>
                <a:ea typeface="Garet"/>
                <a:cs typeface="Garet"/>
                <a:sym typeface="Garet"/>
              </a:rPr>
              <a:t>Bread</a:t>
            </a:r>
          </a:p>
        </p:txBody>
      </p:sp>
      <p:sp>
        <p:nvSpPr>
          <p:cNvPr id="11" name="TextBox 11"/>
          <p:cNvSpPr txBox="1"/>
          <p:nvPr/>
        </p:nvSpPr>
        <p:spPr>
          <a:xfrm>
            <a:off x="11903485" y="5930214"/>
            <a:ext cx="4899019" cy="2394135"/>
          </a:xfrm>
          <a:prstGeom prst="rect">
            <a:avLst/>
          </a:prstGeom>
        </p:spPr>
        <p:txBody>
          <a:bodyPr lIns="0" tIns="0" rIns="0" bIns="0" rtlCol="0" anchor="t">
            <a:spAutoFit/>
          </a:bodyPr>
          <a:lstStyle/>
          <a:p>
            <a:pPr algn="l">
              <a:lnSpc>
                <a:spcPts val="3188"/>
              </a:lnSpc>
              <a:spcBef>
                <a:spcPct val="0"/>
              </a:spcBef>
            </a:pPr>
            <a:r>
              <a:rPr lang="en-US" sz="2277">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sp>
        <p:nvSpPr>
          <p:cNvPr id="2" name="Freeform 2"/>
          <p:cNvSpPr/>
          <p:nvPr/>
        </p:nvSpPr>
        <p:spPr>
          <a:xfrm rot="2307437">
            <a:off x="10348750" y="6650943"/>
            <a:ext cx="3489718" cy="955310"/>
          </a:xfrm>
          <a:custGeom>
            <a:avLst/>
            <a:gdLst/>
            <a:ahLst/>
            <a:cxnLst/>
            <a:rect l="l" t="t" r="r" b="b"/>
            <a:pathLst>
              <a:path w="3489718" h="955310">
                <a:moveTo>
                  <a:pt x="0" y="0"/>
                </a:moveTo>
                <a:lnTo>
                  <a:pt x="3489718" y="0"/>
                </a:lnTo>
                <a:lnTo>
                  <a:pt x="3489718" y="955310"/>
                </a:lnTo>
                <a:lnTo>
                  <a:pt x="0" y="9553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3" name="Freeform 3"/>
          <p:cNvSpPr/>
          <p:nvPr/>
        </p:nvSpPr>
        <p:spPr>
          <a:xfrm rot="-1109510">
            <a:off x="10666169" y="1839844"/>
            <a:ext cx="3531060" cy="2612984"/>
          </a:xfrm>
          <a:custGeom>
            <a:avLst/>
            <a:gdLst/>
            <a:ahLst/>
            <a:cxnLst/>
            <a:rect l="l" t="t" r="r" b="b"/>
            <a:pathLst>
              <a:path w="3531060" h="2612984">
                <a:moveTo>
                  <a:pt x="0" y="0"/>
                </a:moveTo>
                <a:lnTo>
                  <a:pt x="3531060" y="0"/>
                </a:lnTo>
                <a:lnTo>
                  <a:pt x="3531060" y="2612984"/>
                </a:lnTo>
                <a:lnTo>
                  <a:pt x="0" y="26129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4" name="Freeform 4"/>
          <p:cNvSpPr/>
          <p:nvPr/>
        </p:nvSpPr>
        <p:spPr>
          <a:xfrm rot="-337169">
            <a:off x="14502511" y="4267684"/>
            <a:ext cx="3127326" cy="4954179"/>
          </a:xfrm>
          <a:custGeom>
            <a:avLst/>
            <a:gdLst/>
            <a:ahLst/>
            <a:cxnLst/>
            <a:rect l="l" t="t" r="r" b="b"/>
            <a:pathLst>
              <a:path w="3127326" h="4954179">
                <a:moveTo>
                  <a:pt x="0" y="0"/>
                </a:moveTo>
                <a:lnTo>
                  <a:pt x="3127326" y="0"/>
                </a:lnTo>
                <a:lnTo>
                  <a:pt x="3127326" y="4954179"/>
                </a:lnTo>
                <a:lnTo>
                  <a:pt x="0" y="49541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
        <p:nvSpPr>
          <p:cNvPr id="5" name="TextBox 5"/>
          <p:cNvSpPr txBox="1"/>
          <p:nvPr/>
        </p:nvSpPr>
        <p:spPr>
          <a:xfrm>
            <a:off x="748067" y="1935015"/>
            <a:ext cx="9835304" cy="1102822"/>
          </a:xfrm>
          <a:prstGeom prst="rect">
            <a:avLst/>
          </a:prstGeom>
        </p:spPr>
        <p:txBody>
          <a:bodyPr lIns="0" tIns="0" rIns="0" bIns="0" rtlCol="0" anchor="t">
            <a:spAutoFit/>
          </a:bodyPr>
          <a:lstStyle/>
          <a:p>
            <a:pPr marL="1763509" lvl="1" indent="-881754" algn="l">
              <a:lnSpc>
                <a:spcPts val="8168"/>
              </a:lnSpc>
              <a:buFont typeface="Arial"/>
              <a:buChar char="•"/>
            </a:pPr>
            <a:r>
              <a:rPr lang="en-US" sz="8168">
                <a:solidFill>
                  <a:srgbClr val="603A17"/>
                </a:solidFill>
                <a:latin typeface="Bobby Jones Condensed Soft"/>
                <a:ea typeface="Bobby Jones Condensed Soft"/>
                <a:cs typeface="Bobby Jones Condensed Soft"/>
                <a:sym typeface="Bobby Jones Condensed Soft"/>
              </a:rPr>
              <a:t>Meat</a:t>
            </a:r>
          </a:p>
        </p:txBody>
      </p:sp>
      <p:sp>
        <p:nvSpPr>
          <p:cNvPr id="6" name="TextBox 6"/>
          <p:cNvSpPr txBox="1"/>
          <p:nvPr/>
        </p:nvSpPr>
        <p:spPr>
          <a:xfrm>
            <a:off x="1710226" y="3232844"/>
            <a:ext cx="7686075" cy="1520023"/>
          </a:xfrm>
          <a:prstGeom prst="rect">
            <a:avLst/>
          </a:prstGeom>
        </p:spPr>
        <p:txBody>
          <a:bodyPr lIns="0" tIns="0" rIns="0" bIns="0" rtlCol="0" anchor="t">
            <a:spAutoFit/>
          </a:bodyPr>
          <a:lstStyle/>
          <a:p>
            <a:pPr algn="l">
              <a:lnSpc>
                <a:spcPts val="3089"/>
              </a:lnSpc>
              <a:spcBef>
                <a:spcPct val="0"/>
              </a:spcBef>
            </a:pPr>
            <a:r>
              <a:rPr lang="en-US" sz="2206">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a:t>
            </a:r>
          </a:p>
        </p:txBody>
      </p:sp>
      <p:sp>
        <p:nvSpPr>
          <p:cNvPr id="7" name="TextBox 7"/>
          <p:cNvSpPr txBox="1"/>
          <p:nvPr/>
        </p:nvSpPr>
        <p:spPr>
          <a:xfrm>
            <a:off x="748067" y="5732031"/>
            <a:ext cx="9835304" cy="1102822"/>
          </a:xfrm>
          <a:prstGeom prst="rect">
            <a:avLst/>
          </a:prstGeom>
        </p:spPr>
        <p:txBody>
          <a:bodyPr lIns="0" tIns="0" rIns="0" bIns="0" rtlCol="0" anchor="t">
            <a:spAutoFit/>
          </a:bodyPr>
          <a:lstStyle/>
          <a:p>
            <a:pPr marL="1763509" lvl="1" indent="-881754" algn="l">
              <a:lnSpc>
                <a:spcPts val="8168"/>
              </a:lnSpc>
              <a:buFont typeface="Arial"/>
              <a:buChar char="•"/>
            </a:pPr>
            <a:r>
              <a:rPr lang="en-US" sz="8168">
                <a:solidFill>
                  <a:srgbClr val="603A17"/>
                </a:solidFill>
                <a:latin typeface="Bobby Jones Condensed Soft"/>
                <a:ea typeface="Bobby Jones Condensed Soft"/>
                <a:cs typeface="Bobby Jones Condensed Soft"/>
                <a:sym typeface="Bobby Jones Condensed Soft"/>
              </a:rPr>
              <a:t>Fat</a:t>
            </a:r>
          </a:p>
        </p:txBody>
      </p:sp>
      <p:sp>
        <p:nvSpPr>
          <p:cNvPr id="8" name="TextBox 8"/>
          <p:cNvSpPr txBox="1"/>
          <p:nvPr/>
        </p:nvSpPr>
        <p:spPr>
          <a:xfrm>
            <a:off x="1753590" y="6985723"/>
            <a:ext cx="7604308" cy="1520023"/>
          </a:xfrm>
          <a:prstGeom prst="rect">
            <a:avLst/>
          </a:prstGeom>
        </p:spPr>
        <p:txBody>
          <a:bodyPr lIns="0" tIns="0" rIns="0" bIns="0" rtlCol="0" anchor="t">
            <a:spAutoFit/>
          </a:bodyPr>
          <a:lstStyle/>
          <a:p>
            <a:pPr algn="l">
              <a:lnSpc>
                <a:spcPts val="3089"/>
              </a:lnSpc>
              <a:spcBef>
                <a:spcPct val="0"/>
              </a:spcBef>
            </a:pPr>
            <a:r>
              <a:rPr lang="en-US" sz="2206">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a:t>
            </a:r>
          </a:p>
        </p:txBody>
      </p:sp>
      <p:sp>
        <p:nvSpPr>
          <p:cNvPr id="9" name="Freeform 9"/>
          <p:cNvSpPr/>
          <p:nvPr/>
        </p:nvSpPr>
        <p:spPr>
          <a:xfrm rot="1576134">
            <a:off x="15716396" y="2797954"/>
            <a:ext cx="3489718" cy="955310"/>
          </a:xfrm>
          <a:custGeom>
            <a:avLst/>
            <a:gdLst/>
            <a:ahLst/>
            <a:cxnLst/>
            <a:rect l="l" t="t" r="r" b="b"/>
            <a:pathLst>
              <a:path w="3489718" h="955310">
                <a:moveTo>
                  <a:pt x="0" y="0"/>
                </a:moveTo>
                <a:lnTo>
                  <a:pt x="3489718" y="0"/>
                </a:lnTo>
                <a:lnTo>
                  <a:pt x="3489718" y="955310"/>
                </a:lnTo>
                <a:lnTo>
                  <a:pt x="0" y="9553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0" name="Freeform 10"/>
          <p:cNvSpPr/>
          <p:nvPr/>
        </p:nvSpPr>
        <p:spPr>
          <a:xfrm>
            <a:off x="14867509" y="3275609"/>
            <a:ext cx="470624" cy="485179"/>
          </a:xfrm>
          <a:custGeom>
            <a:avLst/>
            <a:gdLst/>
            <a:ahLst/>
            <a:cxnLst/>
            <a:rect l="l" t="t" r="r" b="b"/>
            <a:pathLst>
              <a:path w="470624" h="485179">
                <a:moveTo>
                  <a:pt x="0" y="0"/>
                </a:moveTo>
                <a:lnTo>
                  <a:pt x="470624" y="0"/>
                </a:lnTo>
                <a:lnTo>
                  <a:pt x="470624" y="485180"/>
                </a:lnTo>
                <a:lnTo>
                  <a:pt x="0" y="48518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11" name="Freeform 11"/>
          <p:cNvSpPr/>
          <p:nvPr/>
        </p:nvSpPr>
        <p:spPr>
          <a:xfrm>
            <a:off x="11311959" y="8125342"/>
            <a:ext cx="470624" cy="485179"/>
          </a:xfrm>
          <a:custGeom>
            <a:avLst/>
            <a:gdLst/>
            <a:ahLst/>
            <a:cxnLst/>
            <a:rect l="l" t="t" r="r" b="b"/>
            <a:pathLst>
              <a:path w="470624" h="485179">
                <a:moveTo>
                  <a:pt x="0" y="0"/>
                </a:moveTo>
                <a:lnTo>
                  <a:pt x="470624" y="0"/>
                </a:lnTo>
                <a:lnTo>
                  <a:pt x="470624" y="485179"/>
                </a:lnTo>
                <a:lnTo>
                  <a:pt x="0" y="4851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12" name="Freeform 12"/>
          <p:cNvSpPr/>
          <p:nvPr/>
        </p:nvSpPr>
        <p:spPr>
          <a:xfrm>
            <a:off x="11311959" y="1177801"/>
            <a:ext cx="470624" cy="485179"/>
          </a:xfrm>
          <a:custGeom>
            <a:avLst/>
            <a:gdLst/>
            <a:ahLst/>
            <a:cxnLst/>
            <a:rect l="l" t="t" r="r" b="b"/>
            <a:pathLst>
              <a:path w="470624" h="485179">
                <a:moveTo>
                  <a:pt x="0" y="0"/>
                </a:moveTo>
                <a:lnTo>
                  <a:pt x="470624" y="0"/>
                </a:lnTo>
                <a:lnTo>
                  <a:pt x="470624" y="485179"/>
                </a:lnTo>
                <a:lnTo>
                  <a:pt x="0" y="4851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13" name="Freeform 13"/>
          <p:cNvSpPr/>
          <p:nvPr/>
        </p:nvSpPr>
        <p:spPr>
          <a:xfrm rot="8100000" flipH="1">
            <a:off x="12489222" y="4743890"/>
            <a:ext cx="1016636" cy="1878312"/>
          </a:xfrm>
          <a:custGeom>
            <a:avLst/>
            <a:gdLst/>
            <a:ahLst/>
            <a:cxnLst/>
            <a:rect l="l" t="t" r="r" b="b"/>
            <a:pathLst>
              <a:path w="1016636" h="1878312">
                <a:moveTo>
                  <a:pt x="1016636" y="0"/>
                </a:moveTo>
                <a:lnTo>
                  <a:pt x="0" y="0"/>
                </a:lnTo>
                <a:lnTo>
                  <a:pt x="0" y="1878311"/>
                </a:lnTo>
                <a:lnTo>
                  <a:pt x="1016636" y="1878311"/>
                </a:lnTo>
                <a:lnTo>
                  <a:pt x="1016636"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VN"/>
          </a:p>
        </p:txBody>
      </p:sp>
      <p:sp>
        <p:nvSpPr>
          <p:cNvPr id="14" name="Freeform 14"/>
          <p:cNvSpPr/>
          <p:nvPr/>
        </p:nvSpPr>
        <p:spPr>
          <a:xfrm rot="-4834677" flipH="1">
            <a:off x="15916279" y="481235"/>
            <a:ext cx="1016636" cy="1878312"/>
          </a:xfrm>
          <a:custGeom>
            <a:avLst/>
            <a:gdLst/>
            <a:ahLst/>
            <a:cxnLst/>
            <a:rect l="l" t="t" r="r" b="b"/>
            <a:pathLst>
              <a:path w="1016636" h="1878312">
                <a:moveTo>
                  <a:pt x="1016637" y="0"/>
                </a:moveTo>
                <a:lnTo>
                  <a:pt x="0" y="0"/>
                </a:lnTo>
                <a:lnTo>
                  <a:pt x="0" y="1878311"/>
                </a:lnTo>
                <a:lnTo>
                  <a:pt x="1016637" y="1878311"/>
                </a:lnTo>
                <a:lnTo>
                  <a:pt x="1016637"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V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sp>
        <p:nvSpPr>
          <p:cNvPr id="2" name="TextBox 2"/>
          <p:cNvSpPr txBox="1"/>
          <p:nvPr/>
        </p:nvSpPr>
        <p:spPr>
          <a:xfrm>
            <a:off x="9705583" y="1475118"/>
            <a:ext cx="7700995" cy="2065872"/>
          </a:xfrm>
          <a:prstGeom prst="rect">
            <a:avLst/>
          </a:prstGeom>
        </p:spPr>
        <p:txBody>
          <a:bodyPr lIns="0" tIns="0" rIns="0" bIns="0" rtlCol="0" anchor="t">
            <a:spAutoFit/>
          </a:bodyPr>
          <a:lstStyle/>
          <a:p>
            <a:pPr algn="l">
              <a:lnSpc>
                <a:spcPts val="15279"/>
              </a:lnSpc>
            </a:pPr>
            <a:r>
              <a:rPr lang="en-US" sz="15279">
                <a:solidFill>
                  <a:srgbClr val="603A17"/>
                </a:solidFill>
                <a:latin typeface="Bobby Jones Condensed Soft"/>
                <a:ea typeface="Bobby Jones Condensed Soft"/>
                <a:cs typeface="Bobby Jones Condensed Soft"/>
                <a:sym typeface="Bobby Jones Condensed Soft"/>
              </a:rPr>
              <a:t>Fruits</a:t>
            </a:r>
          </a:p>
        </p:txBody>
      </p:sp>
      <p:sp>
        <p:nvSpPr>
          <p:cNvPr id="3" name="TextBox 3"/>
          <p:cNvSpPr txBox="1"/>
          <p:nvPr/>
        </p:nvSpPr>
        <p:spPr>
          <a:xfrm>
            <a:off x="9825361" y="3902940"/>
            <a:ext cx="7088331" cy="2114427"/>
          </a:xfrm>
          <a:prstGeom prst="rect">
            <a:avLst/>
          </a:prstGeom>
        </p:spPr>
        <p:txBody>
          <a:bodyPr lIns="0" tIns="0" rIns="0" bIns="0" rtlCol="0" anchor="t">
            <a:spAutoFit/>
          </a:bodyPr>
          <a:lstStyle/>
          <a:p>
            <a:pPr algn="l">
              <a:lnSpc>
                <a:spcPts val="3372"/>
              </a:lnSpc>
              <a:spcBef>
                <a:spcPct val="0"/>
              </a:spcBef>
            </a:pPr>
            <a:r>
              <a:rPr lang="en-US" sz="2409">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a:t>
            </a:r>
          </a:p>
        </p:txBody>
      </p:sp>
      <p:sp>
        <p:nvSpPr>
          <p:cNvPr id="4" name="TextBox 4"/>
          <p:cNvSpPr txBox="1"/>
          <p:nvPr/>
        </p:nvSpPr>
        <p:spPr>
          <a:xfrm>
            <a:off x="9269305" y="6452525"/>
            <a:ext cx="6923752" cy="2616532"/>
          </a:xfrm>
          <a:prstGeom prst="rect">
            <a:avLst/>
          </a:prstGeom>
        </p:spPr>
        <p:txBody>
          <a:bodyPr lIns="0" tIns="0" rIns="0" bIns="0" rtlCol="0" anchor="t">
            <a:spAutoFit/>
          </a:bodyPr>
          <a:lstStyle/>
          <a:p>
            <a:pPr marL="986154" lvl="1" indent="-493077" algn="l">
              <a:lnSpc>
                <a:spcPts val="5115"/>
              </a:lnSpc>
              <a:buFont typeface="Arial"/>
              <a:buChar char="•"/>
            </a:pPr>
            <a:r>
              <a:rPr lang="en-US" sz="4567">
                <a:solidFill>
                  <a:srgbClr val="603A17"/>
                </a:solidFill>
                <a:latin typeface="Handelson Three"/>
                <a:ea typeface="Handelson Three"/>
                <a:cs typeface="Handelson Three"/>
                <a:sym typeface="Handelson Three"/>
              </a:rPr>
              <a:t>Wild fruits</a:t>
            </a:r>
          </a:p>
          <a:p>
            <a:pPr marL="986154" lvl="1" indent="-493077" algn="l">
              <a:lnSpc>
                <a:spcPts val="5115"/>
              </a:lnSpc>
              <a:buFont typeface="Arial"/>
              <a:buChar char="•"/>
            </a:pPr>
            <a:r>
              <a:rPr lang="en-US" sz="4567">
                <a:solidFill>
                  <a:srgbClr val="603A17"/>
                </a:solidFill>
                <a:latin typeface="Handelson Three"/>
                <a:ea typeface="Handelson Three"/>
                <a:cs typeface="Handelson Three"/>
                <a:sym typeface="Handelson Three"/>
              </a:rPr>
              <a:t>Melon and watermelon</a:t>
            </a:r>
          </a:p>
          <a:p>
            <a:pPr marL="986154" lvl="1" indent="-493077" algn="l">
              <a:lnSpc>
                <a:spcPts val="5115"/>
              </a:lnSpc>
              <a:buFont typeface="Arial"/>
              <a:buChar char="•"/>
            </a:pPr>
            <a:r>
              <a:rPr lang="en-US" sz="4567">
                <a:solidFill>
                  <a:srgbClr val="603A17"/>
                </a:solidFill>
                <a:latin typeface="Handelson Three"/>
                <a:ea typeface="Handelson Three"/>
                <a:cs typeface="Handelson Three"/>
                <a:sym typeface="Handelson Three"/>
              </a:rPr>
              <a:t>Kiwi</a:t>
            </a:r>
          </a:p>
          <a:p>
            <a:pPr marL="986154" lvl="1" indent="-493077" algn="l">
              <a:lnSpc>
                <a:spcPts val="5115"/>
              </a:lnSpc>
              <a:buFont typeface="Arial"/>
              <a:buChar char="•"/>
            </a:pPr>
            <a:r>
              <a:rPr lang="en-US" sz="4567">
                <a:solidFill>
                  <a:srgbClr val="603A17"/>
                </a:solidFill>
                <a:latin typeface="Handelson Three"/>
                <a:ea typeface="Handelson Three"/>
                <a:cs typeface="Handelson Three"/>
                <a:sym typeface="Handelson Three"/>
              </a:rPr>
              <a:t>Orange</a:t>
            </a:r>
          </a:p>
        </p:txBody>
      </p:sp>
      <p:sp>
        <p:nvSpPr>
          <p:cNvPr id="5" name="Freeform 5"/>
          <p:cNvSpPr/>
          <p:nvPr/>
        </p:nvSpPr>
        <p:spPr>
          <a:xfrm>
            <a:off x="14818616" y="1463345"/>
            <a:ext cx="1713147" cy="1832243"/>
          </a:xfrm>
          <a:custGeom>
            <a:avLst/>
            <a:gdLst/>
            <a:ahLst/>
            <a:cxnLst/>
            <a:rect l="l" t="t" r="r" b="b"/>
            <a:pathLst>
              <a:path w="1713147" h="1832243">
                <a:moveTo>
                  <a:pt x="0" y="0"/>
                </a:moveTo>
                <a:lnTo>
                  <a:pt x="1713147" y="0"/>
                </a:lnTo>
                <a:lnTo>
                  <a:pt x="1713147" y="1832243"/>
                </a:lnTo>
                <a:lnTo>
                  <a:pt x="0" y="18322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grpSp>
        <p:nvGrpSpPr>
          <p:cNvPr id="6" name="Group 6"/>
          <p:cNvGrpSpPr/>
          <p:nvPr/>
        </p:nvGrpSpPr>
        <p:grpSpPr>
          <a:xfrm>
            <a:off x="905959" y="737938"/>
            <a:ext cx="7798104" cy="8811124"/>
            <a:chOff x="0" y="0"/>
            <a:chExt cx="1208130" cy="1365074"/>
          </a:xfrm>
        </p:grpSpPr>
        <p:sp>
          <p:nvSpPr>
            <p:cNvPr id="7" name="Freeform 7"/>
            <p:cNvSpPr/>
            <p:nvPr/>
          </p:nvSpPr>
          <p:spPr>
            <a:xfrm>
              <a:off x="0" y="0"/>
              <a:ext cx="1208130" cy="1365074"/>
            </a:xfrm>
            <a:custGeom>
              <a:avLst/>
              <a:gdLst/>
              <a:ahLst/>
              <a:cxnLst/>
              <a:rect l="l" t="t" r="r" b="b"/>
              <a:pathLst>
                <a:path w="1208130" h="1365074">
                  <a:moveTo>
                    <a:pt x="0" y="0"/>
                  </a:moveTo>
                  <a:lnTo>
                    <a:pt x="1208130" y="0"/>
                  </a:lnTo>
                  <a:lnTo>
                    <a:pt x="1208130" y="1365074"/>
                  </a:lnTo>
                  <a:lnTo>
                    <a:pt x="0" y="1365074"/>
                  </a:lnTo>
                  <a:close/>
                </a:path>
              </a:pathLst>
            </a:custGeom>
            <a:blipFill>
              <a:blip r:embed="rId4"/>
              <a:stretch>
                <a:fillRect l="-34637" r="-34637"/>
              </a:stretch>
            </a:blipFill>
            <a:ln w="85725" cap="sq">
              <a:solidFill>
                <a:srgbClr val="603A17"/>
              </a:solidFill>
              <a:prstDash val="solid"/>
              <a:miter/>
            </a:ln>
          </p:spPr>
          <p:txBody>
            <a:bodyPr/>
            <a:lstStyle/>
            <a:p>
              <a:endParaRPr lang="en-VN"/>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323773" y="3130902"/>
          <a:ext cx="15832616" cy="6033003"/>
        </p:xfrm>
        <a:graphic>
          <a:graphicData uri="http://schemas.openxmlformats.org/drawingml/2006/table">
            <a:tbl>
              <a:tblPr/>
              <a:tblGrid>
                <a:gridCol w="2458112">
                  <a:extLst>
                    <a:ext uri="{9D8B030D-6E8A-4147-A177-3AD203B41FA5}">
                      <a16:colId xmlns:a16="http://schemas.microsoft.com/office/drawing/2014/main" val="20000"/>
                    </a:ext>
                  </a:extLst>
                </a:gridCol>
                <a:gridCol w="3323181">
                  <a:extLst>
                    <a:ext uri="{9D8B030D-6E8A-4147-A177-3AD203B41FA5}">
                      <a16:colId xmlns:a16="http://schemas.microsoft.com/office/drawing/2014/main" val="20001"/>
                    </a:ext>
                  </a:extLst>
                </a:gridCol>
                <a:gridCol w="3382746">
                  <a:extLst>
                    <a:ext uri="{9D8B030D-6E8A-4147-A177-3AD203B41FA5}">
                      <a16:colId xmlns:a16="http://schemas.microsoft.com/office/drawing/2014/main" val="20002"/>
                    </a:ext>
                  </a:extLst>
                </a:gridCol>
                <a:gridCol w="3385349">
                  <a:extLst>
                    <a:ext uri="{9D8B030D-6E8A-4147-A177-3AD203B41FA5}">
                      <a16:colId xmlns:a16="http://schemas.microsoft.com/office/drawing/2014/main" val="20003"/>
                    </a:ext>
                  </a:extLst>
                </a:gridCol>
                <a:gridCol w="3283229">
                  <a:extLst>
                    <a:ext uri="{9D8B030D-6E8A-4147-A177-3AD203B41FA5}">
                      <a16:colId xmlns:a16="http://schemas.microsoft.com/office/drawing/2014/main" val="20004"/>
                    </a:ext>
                  </a:extLst>
                </a:gridCol>
              </a:tblGrid>
              <a:tr h="955517">
                <a:tc>
                  <a:txBody>
                    <a:bodyPr/>
                    <a:lstStyle/>
                    <a:p>
                      <a:pPr algn="ctr">
                        <a:lnSpc>
                          <a:spcPts val="2817"/>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B67CB5"/>
                    </a:solidFill>
                  </a:tcPr>
                </a:tc>
                <a:tc>
                  <a:txBody>
                    <a:bodyPr/>
                    <a:lstStyle/>
                    <a:p>
                      <a:pPr algn="ctr">
                        <a:lnSpc>
                          <a:spcPts val="4367"/>
                        </a:lnSpc>
                        <a:defRPr/>
                      </a:pPr>
                      <a:r>
                        <a:rPr lang="en-US" sz="3119">
                          <a:solidFill>
                            <a:srgbClr val="FEFAF8"/>
                          </a:solidFill>
                          <a:latin typeface="Bobby Jones Condensed Soft"/>
                          <a:ea typeface="Bobby Jones Condensed Soft"/>
                          <a:cs typeface="Bobby Jones Condensed Soft"/>
                          <a:sym typeface="Bobby Jones Condensed Soft"/>
                        </a:rPr>
                        <a:t>CALORIES</a:t>
                      </a: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B67CB5"/>
                    </a:solidFill>
                  </a:tcPr>
                </a:tc>
                <a:tc>
                  <a:txBody>
                    <a:bodyPr/>
                    <a:lstStyle/>
                    <a:p>
                      <a:pPr algn="ctr">
                        <a:lnSpc>
                          <a:spcPts val="4367"/>
                        </a:lnSpc>
                        <a:defRPr/>
                      </a:pPr>
                      <a:r>
                        <a:rPr lang="en-US" sz="3119">
                          <a:solidFill>
                            <a:srgbClr val="FEFAF8"/>
                          </a:solidFill>
                          <a:latin typeface="Bobby Jones Condensed Soft"/>
                          <a:ea typeface="Bobby Jones Condensed Soft"/>
                          <a:cs typeface="Bobby Jones Condensed Soft"/>
                          <a:sym typeface="Bobby Jones Condensed Soft"/>
                        </a:rPr>
                        <a:t>PROTEINS</a:t>
                      </a: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B67CB5"/>
                    </a:solidFill>
                  </a:tcPr>
                </a:tc>
                <a:tc>
                  <a:txBody>
                    <a:bodyPr/>
                    <a:lstStyle/>
                    <a:p>
                      <a:pPr algn="ctr">
                        <a:lnSpc>
                          <a:spcPts val="4367"/>
                        </a:lnSpc>
                        <a:defRPr/>
                      </a:pPr>
                      <a:r>
                        <a:rPr lang="en-US" sz="3119">
                          <a:solidFill>
                            <a:srgbClr val="FEFAF8"/>
                          </a:solidFill>
                          <a:latin typeface="Bobby Jones Condensed Soft"/>
                          <a:ea typeface="Bobby Jones Condensed Soft"/>
                          <a:cs typeface="Bobby Jones Condensed Soft"/>
                          <a:sym typeface="Bobby Jones Condensed Soft"/>
                        </a:rPr>
                        <a:t>HYDRATES</a:t>
                      </a: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B67CB5"/>
                    </a:solidFill>
                  </a:tcPr>
                </a:tc>
                <a:tc>
                  <a:txBody>
                    <a:bodyPr/>
                    <a:lstStyle/>
                    <a:p>
                      <a:pPr algn="ctr">
                        <a:lnSpc>
                          <a:spcPts val="4367"/>
                        </a:lnSpc>
                        <a:defRPr/>
                      </a:pPr>
                      <a:r>
                        <a:rPr lang="en-US" sz="3119">
                          <a:solidFill>
                            <a:srgbClr val="FEFAF8"/>
                          </a:solidFill>
                          <a:latin typeface="Bobby Jones Condensed Soft"/>
                          <a:ea typeface="Bobby Jones Condensed Soft"/>
                          <a:cs typeface="Bobby Jones Condensed Soft"/>
                          <a:sym typeface="Bobby Jones Condensed Soft"/>
                        </a:rPr>
                        <a:t>FATS</a:t>
                      </a: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B67CB5"/>
                    </a:solidFill>
                  </a:tcPr>
                </a:tc>
                <a:extLst>
                  <a:ext uri="{0D108BD9-81ED-4DB2-BD59-A6C34878D82A}">
                    <a16:rowId xmlns:a16="http://schemas.microsoft.com/office/drawing/2014/main" val="10000"/>
                  </a:ext>
                </a:extLst>
              </a:tr>
              <a:tr h="815739">
                <a:tc>
                  <a:txBody>
                    <a:bodyPr/>
                    <a:lstStyle/>
                    <a:p>
                      <a:pPr algn="r">
                        <a:lnSpc>
                          <a:spcPts val="3247"/>
                        </a:lnSpc>
                        <a:defRPr/>
                      </a:pPr>
                      <a:r>
                        <a:rPr lang="en-US" sz="2319">
                          <a:solidFill>
                            <a:srgbClr val="603A17"/>
                          </a:solidFill>
                          <a:latin typeface="Bobby Jones Condensed Soft"/>
                          <a:ea typeface="Bobby Jones Condensed Soft"/>
                          <a:cs typeface="Bobby Jones Condensed Soft"/>
                          <a:sym typeface="Bobby Jones Condensed Soft"/>
                        </a:rPr>
                        <a:t>FISH</a:t>
                      </a: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99C767"/>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extLst>
                  <a:ext uri="{0D108BD9-81ED-4DB2-BD59-A6C34878D82A}">
                    <a16:rowId xmlns:a16="http://schemas.microsoft.com/office/drawing/2014/main" val="10001"/>
                  </a:ext>
                </a:extLst>
              </a:tr>
              <a:tr h="815739">
                <a:tc>
                  <a:txBody>
                    <a:bodyPr/>
                    <a:lstStyle/>
                    <a:p>
                      <a:pPr algn="r">
                        <a:lnSpc>
                          <a:spcPts val="3247"/>
                        </a:lnSpc>
                        <a:defRPr/>
                      </a:pPr>
                      <a:r>
                        <a:rPr lang="en-US" sz="2319">
                          <a:solidFill>
                            <a:srgbClr val="603A17"/>
                          </a:solidFill>
                          <a:latin typeface="Bobby Jones Condensed Soft"/>
                          <a:ea typeface="Bobby Jones Condensed Soft"/>
                          <a:cs typeface="Bobby Jones Condensed Soft"/>
                          <a:sym typeface="Bobby Jones Condensed Soft"/>
                        </a:rPr>
                        <a:t>MEET</a:t>
                      </a: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99C767"/>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extLst>
                  <a:ext uri="{0D108BD9-81ED-4DB2-BD59-A6C34878D82A}">
                    <a16:rowId xmlns:a16="http://schemas.microsoft.com/office/drawing/2014/main" val="10002"/>
                  </a:ext>
                </a:extLst>
              </a:tr>
              <a:tr h="861502">
                <a:tc>
                  <a:txBody>
                    <a:bodyPr/>
                    <a:lstStyle/>
                    <a:p>
                      <a:pPr algn="r">
                        <a:lnSpc>
                          <a:spcPts val="3247"/>
                        </a:lnSpc>
                        <a:defRPr/>
                      </a:pPr>
                      <a:r>
                        <a:rPr lang="en-US" sz="2319">
                          <a:solidFill>
                            <a:srgbClr val="603A17"/>
                          </a:solidFill>
                          <a:latin typeface="Bobby Jones Condensed Soft"/>
                          <a:ea typeface="Bobby Jones Condensed Soft"/>
                          <a:cs typeface="Bobby Jones Condensed Soft"/>
                          <a:sym typeface="Bobby Jones Condensed Soft"/>
                        </a:rPr>
                        <a:t>BEEF</a:t>
                      </a: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99C767"/>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extLst>
                  <a:ext uri="{0D108BD9-81ED-4DB2-BD59-A6C34878D82A}">
                    <a16:rowId xmlns:a16="http://schemas.microsoft.com/office/drawing/2014/main" val="10003"/>
                  </a:ext>
                </a:extLst>
              </a:tr>
              <a:tr h="861502">
                <a:tc>
                  <a:txBody>
                    <a:bodyPr/>
                    <a:lstStyle/>
                    <a:p>
                      <a:pPr algn="r">
                        <a:lnSpc>
                          <a:spcPts val="3247"/>
                        </a:lnSpc>
                        <a:defRPr/>
                      </a:pPr>
                      <a:r>
                        <a:rPr lang="en-US" sz="2319">
                          <a:solidFill>
                            <a:srgbClr val="603A17"/>
                          </a:solidFill>
                          <a:latin typeface="Bobby Jones Condensed Soft"/>
                          <a:ea typeface="Bobby Jones Condensed Soft"/>
                          <a:cs typeface="Bobby Jones Condensed Soft"/>
                          <a:sym typeface="Bobby Jones Condensed Soft"/>
                        </a:rPr>
                        <a:t>BERRIES</a:t>
                      </a: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99C767"/>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extLst>
                  <a:ext uri="{0D108BD9-81ED-4DB2-BD59-A6C34878D82A}">
                    <a16:rowId xmlns:a16="http://schemas.microsoft.com/office/drawing/2014/main" val="10004"/>
                  </a:ext>
                </a:extLst>
              </a:tr>
              <a:tr h="861502">
                <a:tc>
                  <a:txBody>
                    <a:bodyPr/>
                    <a:lstStyle/>
                    <a:p>
                      <a:pPr algn="r">
                        <a:lnSpc>
                          <a:spcPts val="3247"/>
                        </a:lnSpc>
                        <a:defRPr/>
                      </a:pPr>
                      <a:r>
                        <a:rPr lang="en-US" sz="2319">
                          <a:solidFill>
                            <a:srgbClr val="603A17"/>
                          </a:solidFill>
                          <a:latin typeface="Bobby Jones Condensed Soft"/>
                          <a:ea typeface="Bobby Jones Condensed Soft"/>
                          <a:cs typeface="Bobby Jones Condensed Soft"/>
                          <a:sym typeface="Bobby Jones Condensed Soft"/>
                        </a:rPr>
                        <a:t>HONEY</a:t>
                      </a: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99C767"/>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extLst>
                  <a:ext uri="{0D108BD9-81ED-4DB2-BD59-A6C34878D82A}">
                    <a16:rowId xmlns:a16="http://schemas.microsoft.com/office/drawing/2014/main" val="10005"/>
                  </a:ext>
                </a:extLst>
              </a:tr>
              <a:tr h="861502">
                <a:tc>
                  <a:txBody>
                    <a:bodyPr/>
                    <a:lstStyle/>
                    <a:p>
                      <a:pPr algn="r">
                        <a:lnSpc>
                          <a:spcPts val="3247"/>
                        </a:lnSpc>
                        <a:defRPr/>
                      </a:pPr>
                      <a:r>
                        <a:rPr lang="en-US" sz="2319">
                          <a:solidFill>
                            <a:srgbClr val="603A17"/>
                          </a:solidFill>
                          <a:latin typeface="Bobby Jones Condensed Soft"/>
                          <a:ea typeface="Bobby Jones Condensed Soft"/>
                          <a:cs typeface="Bobby Jones Condensed Soft"/>
                          <a:sym typeface="Bobby Jones Condensed Soft"/>
                        </a:rPr>
                        <a:t>MILK</a:t>
                      </a: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99C767"/>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tc>
                  <a:txBody>
                    <a:bodyPr/>
                    <a:lstStyle/>
                    <a:p>
                      <a:pPr algn="ctr">
                        <a:lnSpc>
                          <a:spcPts val="666"/>
                        </a:lnSpc>
                        <a:defRPr/>
                      </a:pPr>
                      <a:endParaRPr lang="en-US" sz="1100"/>
                    </a:p>
                  </a:txBody>
                  <a:tcPr marL="118640" marR="118640" marT="118640" marB="118640" anchor="ctr">
                    <a:lnL w="19050" cap="flat" cmpd="sng" algn="ctr">
                      <a:solidFill>
                        <a:srgbClr val="603A17"/>
                      </a:solidFill>
                      <a:prstDash val="solid"/>
                      <a:round/>
                      <a:headEnd type="none" w="med" len="med"/>
                      <a:tailEnd type="none" w="med" len="med"/>
                    </a:lnL>
                    <a:lnR w="19050" cap="flat" cmpd="sng" algn="ctr">
                      <a:solidFill>
                        <a:srgbClr val="603A17"/>
                      </a:solidFill>
                      <a:prstDash val="solid"/>
                      <a:round/>
                      <a:headEnd type="none" w="med" len="med"/>
                      <a:tailEnd type="none" w="med" len="med"/>
                    </a:lnR>
                    <a:lnT w="19050" cap="flat" cmpd="sng" algn="ctr">
                      <a:solidFill>
                        <a:srgbClr val="603A17"/>
                      </a:solidFill>
                      <a:prstDash val="solid"/>
                      <a:round/>
                      <a:headEnd type="none" w="med" len="med"/>
                      <a:tailEnd type="none" w="med" len="med"/>
                    </a:lnT>
                    <a:lnB w="19050" cap="flat" cmpd="sng" algn="ctr">
                      <a:solidFill>
                        <a:srgbClr val="603A17"/>
                      </a:solidFill>
                      <a:prstDash val="solid"/>
                      <a:round/>
                      <a:headEnd type="none" w="med" len="med"/>
                      <a:tailEnd type="none" w="med" len="med"/>
                    </a:lnB>
                    <a:solidFill>
                      <a:srgbClr val="FEFAF8"/>
                    </a:solidFill>
                  </a:tcPr>
                </a:tc>
                <a:extLst>
                  <a:ext uri="{0D108BD9-81ED-4DB2-BD59-A6C34878D82A}">
                    <a16:rowId xmlns:a16="http://schemas.microsoft.com/office/drawing/2014/main" val="10006"/>
                  </a:ext>
                </a:extLst>
              </a:tr>
            </a:tbl>
          </a:graphicData>
        </a:graphic>
      </p:graphicFrame>
      <p:sp>
        <p:nvSpPr>
          <p:cNvPr id="3" name="TextBox 3"/>
          <p:cNvSpPr txBox="1"/>
          <p:nvPr/>
        </p:nvSpPr>
        <p:spPr>
          <a:xfrm>
            <a:off x="1692615" y="1403126"/>
            <a:ext cx="12652718" cy="1327726"/>
          </a:xfrm>
          <a:prstGeom prst="rect">
            <a:avLst/>
          </a:prstGeom>
        </p:spPr>
        <p:txBody>
          <a:bodyPr lIns="0" tIns="0" rIns="0" bIns="0" rtlCol="0" anchor="t">
            <a:spAutoFit/>
          </a:bodyPr>
          <a:lstStyle/>
          <a:p>
            <a:pPr algn="l">
              <a:lnSpc>
                <a:spcPts val="9827"/>
              </a:lnSpc>
            </a:pPr>
            <a:r>
              <a:rPr lang="en-US" sz="9827">
                <a:solidFill>
                  <a:srgbClr val="603A17"/>
                </a:solidFill>
                <a:latin typeface="Bobby Jones Condensed Soft"/>
                <a:ea typeface="Bobby Jones Condensed Soft"/>
                <a:cs typeface="Bobby Jones Condensed Soft"/>
                <a:sym typeface="Bobby Jones Condensed Soft"/>
              </a:rPr>
              <a:t>Nutritional Information</a:t>
            </a:r>
          </a:p>
        </p:txBody>
      </p:sp>
      <p:sp>
        <p:nvSpPr>
          <p:cNvPr id="4" name="Freeform 4"/>
          <p:cNvSpPr/>
          <p:nvPr/>
        </p:nvSpPr>
        <p:spPr>
          <a:xfrm>
            <a:off x="16718006" y="2099176"/>
            <a:ext cx="281241" cy="289940"/>
          </a:xfrm>
          <a:custGeom>
            <a:avLst/>
            <a:gdLst/>
            <a:ahLst/>
            <a:cxnLst/>
            <a:rect l="l" t="t" r="r" b="b"/>
            <a:pathLst>
              <a:path w="281241" h="289940">
                <a:moveTo>
                  <a:pt x="0" y="0"/>
                </a:moveTo>
                <a:lnTo>
                  <a:pt x="281241" y="0"/>
                </a:lnTo>
                <a:lnTo>
                  <a:pt x="281241" y="289940"/>
                </a:lnTo>
                <a:lnTo>
                  <a:pt x="0" y="2899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5" name="Freeform 5"/>
          <p:cNvSpPr/>
          <p:nvPr/>
        </p:nvSpPr>
        <p:spPr>
          <a:xfrm>
            <a:off x="17015768" y="1410337"/>
            <a:ext cx="281241" cy="289940"/>
          </a:xfrm>
          <a:custGeom>
            <a:avLst/>
            <a:gdLst/>
            <a:ahLst/>
            <a:cxnLst/>
            <a:rect l="l" t="t" r="r" b="b"/>
            <a:pathLst>
              <a:path w="281241" h="289940">
                <a:moveTo>
                  <a:pt x="0" y="0"/>
                </a:moveTo>
                <a:lnTo>
                  <a:pt x="281242" y="0"/>
                </a:lnTo>
                <a:lnTo>
                  <a:pt x="281242" y="289940"/>
                </a:lnTo>
                <a:lnTo>
                  <a:pt x="0" y="2899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6" name="Freeform 6"/>
          <p:cNvSpPr/>
          <p:nvPr/>
        </p:nvSpPr>
        <p:spPr>
          <a:xfrm rot="3386452">
            <a:off x="13556347" y="1091871"/>
            <a:ext cx="622477" cy="1150072"/>
          </a:xfrm>
          <a:custGeom>
            <a:avLst/>
            <a:gdLst/>
            <a:ahLst/>
            <a:cxnLst/>
            <a:rect l="l" t="t" r="r" b="b"/>
            <a:pathLst>
              <a:path w="622477" h="1150072">
                <a:moveTo>
                  <a:pt x="0" y="0"/>
                </a:moveTo>
                <a:lnTo>
                  <a:pt x="622477" y="0"/>
                </a:lnTo>
                <a:lnTo>
                  <a:pt x="622477" y="1150073"/>
                </a:lnTo>
                <a:lnTo>
                  <a:pt x="0" y="11500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7" name="Freeform 7"/>
          <p:cNvSpPr/>
          <p:nvPr/>
        </p:nvSpPr>
        <p:spPr>
          <a:xfrm>
            <a:off x="14161637" y="440761"/>
            <a:ext cx="2207355" cy="2880724"/>
          </a:xfrm>
          <a:custGeom>
            <a:avLst/>
            <a:gdLst/>
            <a:ahLst/>
            <a:cxnLst/>
            <a:rect l="l" t="t" r="r" b="b"/>
            <a:pathLst>
              <a:path w="2207355" h="2880724">
                <a:moveTo>
                  <a:pt x="0" y="0"/>
                </a:moveTo>
                <a:lnTo>
                  <a:pt x="2207354" y="0"/>
                </a:lnTo>
                <a:lnTo>
                  <a:pt x="2207354" y="2880723"/>
                </a:lnTo>
                <a:lnTo>
                  <a:pt x="0" y="28807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918235" y="2883931"/>
          <a:ext cx="16451531" cy="6191622"/>
        </p:xfrm>
        <a:graphic>
          <a:graphicData uri="http://schemas.openxmlformats.org/drawingml/2006/table">
            <a:tbl>
              <a:tblPr/>
              <a:tblGrid>
                <a:gridCol w="1932819">
                  <a:extLst>
                    <a:ext uri="{9D8B030D-6E8A-4147-A177-3AD203B41FA5}">
                      <a16:colId xmlns:a16="http://schemas.microsoft.com/office/drawing/2014/main" val="20000"/>
                    </a:ext>
                  </a:extLst>
                </a:gridCol>
                <a:gridCol w="2071886">
                  <a:extLst>
                    <a:ext uri="{9D8B030D-6E8A-4147-A177-3AD203B41FA5}">
                      <a16:colId xmlns:a16="http://schemas.microsoft.com/office/drawing/2014/main" val="20001"/>
                    </a:ext>
                  </a:extLst>
                </a:gridCol>
                <a:gridCol w="2056494">
                  <a:extLst>
                    <a:ext uri="{9D8B030D-6E8A-4147-A177-3AD203B41FA5}">
                      <a16:colId xmlns:a16="http://schemas.microsoft.com/office/drawing/2014/main" val="20002"/>
                    </a:ext>
                  </a:extLst>
                </a:gridCol>
                <a:gridCol w="2078066">
                  <a:extLst>
                    <a:ext uri="{9D8B030D-6E8A-4147-A177-3AD203B41FA5}">
                      <a16:colId xmlns:a16="http://schemas.microsoft.com/office/drawing/2014/main" val="20003"/>
                    </a:ext>
                  </a:extLst>
                </a:gridCol>
                <a:gridCol w="2078066">
                  <a:extLst>
                    <a:ext uri="{9D8B030D-6E8A-4147-A177-3AD203B41FA5}">
                      <a16:colId xmlns:a16="http://schemas.microsoft.com/office/drawing/2014/main" val="20004"/>
                    </a:ext>
                  </a:extLst>
                </a:gridCol>
                <a:gridCol w="2078066">
                  <a:extLst>
                    <a:ext uri="{9D8B030D-6E8A-4147-A177-3AD203B41FA5}">
                      <a16:colId xmlns:a16="http://schemas.microsoft.com/office/drawing/2014/main" val="20005"/>
                    </a:ext>
                  </a:extLst>
                </a:gridCol>
                <a:gridCol w="2078066">
                  <a:extLst>
                    <a:ext uri="{9D8B030D-6E8A-4147-A177-3AD203B41FA5}">
                      <a16:colId xmlns:a16="http://schemas.microsoft.com/office/drawing/2014/main" val="20006"/>
                    </a:ext>
                  </a:extLst>
                </a:gridCol>
                <a:gridCol w="2078066">
                  <a:extLst>
                    <a:ext uri="{9D8B030D-6E8A-4147-A177-3AD203B41FA5}">
                      <a16:colId xmlns:a16="http://schemas.microsoft.com/office/drawing/2014/main" val="20007"/>
                    </a:ext>
                  </a:extLst>
                </a:gridCol>
              </a:tblGrid>
              <a:tr h="946438">
                <a:tc>
                  <a:txBody>
                    <a:bodyPr/>
                    <a:lstStyle/>
                    <a:p>
                      <a:pPr algn="ctr">
                        <a:lnSpc>
                          <a:spcPts val="3681"/>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B67CB5">
                        <a:alpha val="87843"/>
                      </a:srgbClr>
                    </a:solidFill>
                  </a:tcPr>
                </a:tc>
                <a:tc>
                  <a:txBody>
                    <a:bodyPr/>
                    <a:lstStyle/>
                    <a:p>
                      <a:pPr algn="ctr">
                        <a:lnSpc>
                          <a:spcPts val="4114"/>
                        </a:lnSpc>
                        <a:defRPr/>
                      </a:pPr>
                      <a:r>
                        <a:rPr lang="en-US" sz="2939">
                          <a:solidFill>
                            <a:srgbClr val="FEFAF8">
                              <a:alpha val="87843"/>
                            </a:srgbClr>
                          </a:solidFill>
                          <a:latin typeface="Bobby Jones Condensed Soft"/>
                          <a:ea typeface="Bobby Jones Condensed Soft"/>
                          <a:cs typeface="Bobby Jones Condensed Soft"/>
                          <a:sym typeface="Bobby Jones Condensed Soft"/>
                        </a:rPr>
                        <a:t>MONDAY</a:t>
                      </a: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B67CB5">
                        <a:alpha val="87843"/>
                      </a:srgbClr>
                    </a:solidFill>
                  </a:tcPr>
                </a:tc>
                <a:tc>
                  <a:txBody>
                    <a:bodyPr/>
                    <a:lstStyle/>
                    <a:p>
                      <a:pPr algn="ctr">
                        <a:lnSpc>
                          <a:spcPts val="4114"/>
                        </a:lnSpc>
                        <a:defRPr/>
                      </a:pPr>
                      <a:r>
                        <a:rPr lang="en-US" sz="2939">
                          <a:solidFill>
                            <a:srgbClr val="FEFAF8">
                              <a:alpha val="87843"/>
                            </a:srgbClr>
                          </a:solidFill>
                          <a:latin typeface="Bobby Jones Condensed Soft"/>
                          <a:ea typeface="Bobby Jones Condensed Soft"/>
                          <a:cs typeface="Bobby Jones Condensed Soft"/>
                          <a:sym typeface="Bobby Jones Condensed Soft"/>
                        </a:rPr>
                        <a:t>TUESDAY</a:t>
                      </a: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B67CB5">
                        <a:alpha val="87843"/>
                      </a:srgbClr>
                    </a:solidFill>
                  </a:tcPr>
                </a:tc>
                <a:tc>
                  <a:txBody>
                    <a:bodyPr/>
                    <a:lstStyle/>
                    <a:p>
                      <a:pPr algn="ctr">
                        <a:lnSpc>
                          <a:spcPts val="4114"/>
                        </a:lnSpc>
                        <a:defRPr/>
                      </a:pPr>
                      <a:r>
                        <a:rPr lang="en-US" sz="2939">
                          <a:solidFill>
                            <a:srgbClr val="FEFAF8">
                              <a:alpha val="87843"/>
                            </a:srgbClr>
                          </a:solidFill>
                          <a:latin typeface="Bobby Jones Condensed Soft"/>
                          <a:ea typeface="Bobby Jones Condensed Soft"/>
                          <a:cs typeface="Bobby Jones Condensed Soft"/>
                          <a:sym typeface="Bobby Jones Condensed Soft"/>
                        </a:rPr>
                        <a:t>WEDNESDAY</a:t>
                      </a: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B67CB5">
                        <a:alpha val="87843"/>
                      </a:srgbClr>
                    </a:solidFill>
                  </a:tcPr>
                </a:tc>
                <a:tc>
                  <a:txBody>
                    <a:bodyPr/>
                    <a:lstStyle/>
                    <a:p>
                      <a:pPr algn="ctr">
                        <a:lnSpc>
                          <a:spcPts val="4114"/>
                        </a:lnSpc>
                        <a:defRPr/>
                      </a:pPr>
                      <a:r>
                        <a:rPr lang="en-US" sz="2939">
                          <a:solidFill>
                            <a:srgbClr val="FEFAF8">
                              <a:alpha val="87843"/>
                            </a:srgbClr>
                          </a:solidFill>
                          <a:latin typeface="Bobby Jones Condensed Soft"/>
                          <a:ea typeface="Bobby Jones Condensed Soft"/>
                          <a:cs typeface="Bobby Jones Condensed Soft"/>
                          <a:sym typeface="Bobby Jones Condensed Soft"/>
                        </a:rPr>
                        <a:t>THURSDAY</a:t>
                      </a: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B67CB5">
                        <a:alpha val="87843"/>
                      </a:srgbClr>
                    </a:solidFill>
                  </a:tcPr>
                </a:tc>
                <a:tc>
                  <a:txBody>
                    <a:bodyPr/>
                    <a:lstStyle/>
                    <a:p>
                      <a:pPr algn="ctr">
                        <a:lnSpc>
                          <a:spcPts val="4114"/>
                        </a:lnSpc>
                        <a:defRPr/>
                      </a:pPr>
                      <a:r>
                        <a:rPr lang="en-US" sz="2939">
                          <a:solidFill>
                            <a:srgbClr val="FEFAF8">
                              <a:alpha val="87843"/>
                            </a:srgbClr>
                          </a:solidFill>
                          <a:latin typeface="Bobby Jones Condensed Soft"/>
                          <a:ea typeface="Bobby Jones Condensed Soft"/>
                          <a:cs typeface="Bobby Jones Condensed Soft"/>
                          <a:sym typeface="Bobby Jones Condensed Soft"/>
                        </a:rPr>
                        <a:t>FRIDAY</a:t>
                      </a: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B67CB5">
                        <a:alpha val="87843"/>
                      </a:srgbClr>
                    </a:solidFill>
                  </a:tcPr>
                </a:tc>
                <a:tc>
                  <a:txBody>
                    <a:bodyPr/>
                    <a:lstStyle/>
                    <a:p>
                      <a:pPr algn="ctr">
                        <a:lnSpc>
                          <a:spcPts val="4114"/>
                        </a:lnSpc>
                        <a:defRPr/>
                      </a:pPr>
                      <a:r>
                        <a:rPr lang="en-US" sz="2939">
                          <a:solidFill>
                            <a:srgbClr val="FEFAF8">
                              <a:alpha val="87843"/>
                            </a:srgbClr>
                          </a:solidFill>
                          <a:latin typeface="Bobby Jones Condensed Soft"/>
                          <a:ea typeface="Bobby Jones Condensed Soft"/>
                          <a:cs typeface="Bobby Jones Condensed Soft"/>
                          <a:sym typeface="Bobby Jones Condensed Soft"/>
                        </a:rPr>
                        <a:t>SATURDAY</a:t>
                      </a: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B67CB5">
                        <a:alpha val="87843"/>
                      </a:srgbClr>
                    </a:solidFill>
                  </a:tcPr>
                </a:tc>
                <a:tc>
                  <a:txBody>
                    <a:bodyPr/>
                    <a:lstStyle/>
                    <a:p>
                      <a:pPr algn="ctr">
                        <a:lnSpc>
                          <a:spcPts val="4114"/>
                        </a:lnSpc>
                        <a:defRPr/>
                      </a:pPr>
                      <a:r>
                        <a:rPr lang="en-US" sz="2939">
                          <a:solidFill>
                            <a:srgbClr val="FEFAF8">
                              <a:alpha val="87843"/>
                            </a:srgbClr>
                          </a:solidFill>
                          <a:latin typeface="Bobby Jones Condensed Soft"/>
                          <a:ea typeface="Bobby Jones Condensed Soft"/>
                          <a:cs typeface="Bobby Jones Condensed Soft"/>
                          <a:sym typeface="Bobby Jones Condensed Soft"/>
                        </a:rPr>
                        <a:t>SUNDAY</a:t>
                      </a: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B67CB5">
                        <a:alpha val="87843"/>
                      </a:srgbClr>
                    </a:solidFill>
                  </a:tcPr>
                </a:tc>
                <a:extLst>
                  <a:ext uri="{0D108BD9-81ED-4DB2-BD59-A6C34878D82A}">
                    <a16:rowId xmlns:a16="http://schemas.microsoft.com/office/drawing/2014/main" val="10000"/>
                  </a:ext>
                </a:extLst>
              </a:tr>
              <a:tr h="1748395">
                <a:tc>
                  <a:txBody>
                    <a:bodyPr/>
                    <a:lstStyle/>
                    <a:p>
                      <a:pPr algn="ctr">
                        <a:lnSpc>
                          <a:spcPts val="4114"/>
                        </a:lnSpc>
                        <a:defRPr/>
                      </a:pPr>
                      <a:r>
                        <a:rPr lang="en-US" sz="2939">
                          <a:solidFill>
                            <a:srgbClr val="754C29">
                              <a:alpha val="87843"/>
                            </a:srgbClr>
                          </a:solidFill>
                          <a:latin typeface="Bobby Jones Condensed Soft"/>
                          <a:ea typeface="Bobby Jones Condensed Soft"/>
                          <a:cs typeface="Bobby Jones Condensed Soft"/>
                          <a:sym typeface="Bobby Jones Condensed Soft"/>
                        </a:rPr>
                        <a:t>BREAKFAST</a:t>
                      </a: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A4C552">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extLst>
                  <a:ext uri="{0D108BD9-81ED-4DB2-BD59-A6C34878D82A}">
                    <a16:rowId xmlns:a16="http://schemas.microsoft.com/office/drawing/2014/main" val="10001"/>
                  </a:ext>
                </a:extLst>
              </a:tr>
              <a:tr h="1748395">
                <a:tc>
                  <a:txBody>
                    <a:bodyPr/>
                    <a:lstStyle/>
                    <a:p>
                      <a:pPr algn="ctr">
                        <a:lnSpc>
                          <a:spcPts val="4114"/>
                        </a:lnSpc>
                        <a:defRPr/>
                      </a:pPr>
                      <a:r>
                        <a:rPr lang="en-US" sz="2939">
                          <a:solidFill>
                            <a:srgbClr val="754C29">
                              <a:alpha val="87843"/>
                            </a:srgbClr>
                          </a:solidFill>
                          <a:latin typeface="Bobby Jones Condensed Soft"/>
                          <a:ea typeface="Bobby Jones Condensed Soft"/>
                          <a:cs typeface="Bobby Jones Condensed Soft"/>
                          <a:sym typeface="Bobby Jones Condensed Soft"/>
                        </a:rPr>
                        <a:t>LUNCH</a:t>
                      </a: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A4C552">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extLst>
                  <a:ext uri="{0D108BD9-81ED-4DB2-BD59-A6C34878D82A}">
                    <a16:rowId xmlns:a16="http://schemas.microsoft.com/office/drawing/2014/main" val="10002"/>
                  </a:ext>
                </a:extLst>
              </a:tr>
              <a:tr h="1748395">
                <a:tc>
                  <a:txBody>
                    <a:bodyPr/>
                    <a:lstStyle/>
                    <a:p>
                      <a:pPr algn="ctr">
                        <a:lnSpc>
                          <a:spcPts val="4114"/>
                        </a:lnSpc>
                        <a:defRPr/>
                      </a:pPr>
                      <a:r>
                        <a:rPr lang="en-US" sz="2939">
                          <a:solidFill>
                            <a:srgbClr val="754C29">
                              <a:alpha val="87843"/>
                            </a:srgbClr>
                          </a:solidFill>
                          <a:latin typeface="Bobby Jones Condensed Soft"/>
                          <a:ea typeface="Bobby Jones Condensed Soft"/>
                          <a:cs typeface="Bobby Jones Condensed Soft"/>
                          <a:sym typeface="Bobby Jones Condensed Soft"/>
                        </a:rPr>
                        <a:t>DINNER</a:t>
                      </a: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A4C552">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tc>
                  <a:txBody>
                    <a:bodyPr/>
                    <a:lstStyle/>
                    <a:p>
                      <a:pPr algn="ctr">
                        <a:lnSpc>
                          <a:spcPts val="1516"/>
                        </a:lnSpc>
                        <a:defRPr/>
                      </a:pPr>
                      <a:endParaRPr lang="en-US" sz="1100"/>
                    </a:p>
                  </a:txBody>
                  <a:tcPr marL="119442" marR="119442" marT="119442" marB="119442" anchor="ctr">
                    <a:lnL w="19050" cap="flat" cmpd="sng" algn="ctr">
                      <a:solidFill>
                        <a:srgbClr val="754C29"/>
                      </a:solidFill>
                      <a:prstDash val="solid"/>
                      <a:round/>
                      <a:headEnd type="none" w="med" len="med"/>
                      <a:tailEnd type="none" w="med" len="med"/>
                    </a:lnL>
                    <a:lnR w="19050" cap="flat" cmpd="sng" algn="ctr">
                      <a:solidFill>
                        <a:srgbClr val="754C29"/>
                      </a:solidFill>
                      <a:prstDash val="solid"/>
                      <a:round/>
                      <a:headEnd type="none" w="med" len="med"/>
                      <a:tailEnd type="none" w="med" len="med"/>
                    </a:lnR>
                    <a:lnT w="19050" cap="flat" cmpd="sng" algn="ctr">
                      <a:solidFill>
                        <a:srgbClr val="754C29"/>
                      </a:solidFill>
                      <a:prstDash val="solid"/>
                      <a:round/>
                      <a:headEnd type="none" w="med" len="med"/>
                      <a:tailEnd type="none" w="med" len="med"/>
                    </a:lnT>
                    <a:lnB w="19050" cap="flat" cmpd="sng" algn="ctr">
                      <a:solidFill>
                        <a:srgbClr val="754C29"/>
                      </a:solidFill>
                      <a:prstDash val="solid"/>
                      <a:round/>
                      <a:headEnd type="none" w="med" len="med"/>
                      <a:tailEnd type="none" w="med" len="med"/>
                    </a:lnB>
                    <a:solidFill>
                      <a:srgbClr val="FEFAF8">
                        <a:alpha val="87843"/>
                      </a:srgbClr>
                    </a:solidFill>
                  </a:tcPr>
                </a:tc>
                <a:extLst>
                  <a:ext uri="{0D108BD9-81ED-4DB2-BD59-A6C34878D82A}">
                    <a16:rowId xmlns:a16="http://schemas.microsoft.com/office/drawing/2014/main" val="10003"/>
                  </a:ext>
                </a:extLst>
              </a:tr>
            </a:tbl>
          </a:graphicData>
        </a:graphic>
      </p:graphicFrame>
      <p:sp>
        <p:nvSpPr>
          <p:cNvPr id="3" name="TextBox 3"/>
          <p:cNvSpPr txBox="1"/>
          <p:nvPr/>
        </p:nvSpPr>
        <p:spPr>
          <a:xfrm>
            <a:off x="1124781" y="1104900"/>
            <a:ext cx="16038438" cy="1278569"/>
          </a:xfrm>
          <a:prstGeom prst="rect">
            <a:avLst/>
          </a:prstGeom>
        </p:spPr>
        <p:txBody>
          <a:bodyPr lIns="0" tIns="0" rIns="0" bIns="0" rtlCol="0" anchor="t">
            <a:spAutoFit/>
          </a:bodyPr>
          <a:lstStyle/>
          <a:p>
            <a:pPr algn="ctr">
              <a:lnSpc>
                <a:spcPts val="9607"/>
              </a:lnSpc>
            </a:pPr>
            <a:r>
              <a:rPr lang="en-US" sz="8895">
                <a:solidFill>
                  <a:srgbClr val="754C29"/>
                </a:solidFill>
                <a:latin typeface="Bobby Jones Condensed Soft"/>
                <a:ea typeface="Bobby Jones Condensed Soft"/>
                <a:cs typeface="Bobby Jones Condensed Soft"/>
                <a:sym typeface="Bobby Jones Condensed Soft"/>
              </a:rPr>
              <a:t>CREATE YOUR WEEKLY DIET!</a:t>
            </a:r>
          </a:p>
        </p:txBody>
      </p:sp>
      <p:sp>
        <p:nvSpPr>
          <p:cNvPr id="4" name="Freeform 4"/>
          <p:cNvSpPr/>
          <p:nvPr/>
        </p:nvSpPr>
        <p:spPr>
          <a:xfrm>
            <a:off x="9958823" y="2279246"/>
            <a:ext cx="4181491" cy="232872"/>
          </a:xfrm>
          <a:custGeom>
            <a:avLst/>
            <a:gdLst/>
            <a:ahLst/>
            <a:cxnLst/>
            <a:rect l="l" t="t" r="r" b="b"/>
            <a:pathLst>
              <a:path w="4181491" h="232872">
                <a:moveTo>
                  <a:pt x="0" y="0"/>
                </a:moveTo>
                <a:lnTo>
                  <a:pt x="4181491" y="0"/>
                </a:lnTo>
                <a:lnTo>
                  <a:pt x="4181491" y="232872"/>
                </a:lnTo>
                <a:lnTo>
                  <a:pt x="0" y="232872"/>
                </a:lnTo>
                <a:lnTo>
                  <a:pt x="0" y="0"/>
                </a:lnTo>
                <a:close/>
              </a:path>
            </a:pathLst>
          </a:custGeom>
          <a:blipFill>
            <a:blip r:embed="rId2">
              <a:extLst>
                <a:ext uri="{96DAC541-7B7A-43D3-8B79-37D633B846F1}">
                  <asvg:svgBlip xmlns:asvg="http://schemas.microsoft.com/office/drawing/2016/SVG/main" r:embed="rId3"/>
                </a:ext>
              </a:extLst>
            </a:blip>
            <a:stretch>
              <a:fillRect b="-61605"/>
            </a:stretch>
          </a:blipFill>
        </p:spPr>
        <p:txBody>
          <a:bodyPr/>
          <a:lstStyle/>
          <a:p>
            <a:endParaRPr lang="en-VN"/>
          </a:p>
        </p:txBody>
      </p:sp>
      <p:sp>
        <p:nvSpPr>
          <p:cNvPr id="5" name="Freeform 5"/>
          <p:cNvSpPr/>
          <p:nvPr/>
        </p:nvSpPr>
        <p:spPr>
          <a:xfrm>
            <a:off x="15835016" y="595134"/>
            <a:ext cx="1424284" cy="2013123"/>
          </a:xfrm>
          <a:custGeom>
            <a:avLst/>
            <a:gdLst/>
            <a:ahLst/>
            <a:cxnLst/>
            <a:rect l="l" t="t" r="r" b="b"/>
            <a:pathLst>
              <a:path w="1424284" h="2013123">
                <a:moveTo>
                  <a:pt x="0" y="0"/>
                </a:moveTo>
                <a:lnTo>
                  <a:pt x="1424284" y="0"/>
                </a:lnTo>
                <a:lnTo>
                  <a:pt x="1424284" y="2013123"/>
                </a:lnTo>
                <a:lnTo>
                  <a:pt x="0" y="20131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6" name="Freeform 6"/>
          <p:cNvSpPr/>
          <p:nvPr/>
        </p:nvSpPr>
        <p:spPr>
          <a:xfrm>
            <a:off x="1487941" y="1165529"/>
            <a:ext cx="1776394" cy="1230153"/>
          </a:xfrm>
          <a:custGeom>
            <a:avLst/>
            <a:gdLst/>
            <a:ahLst/>
            <a:cxnLst/>
            <a:rect l="l" t="t" r="r" b="b"/>
            <a:pathLst>
              <a:path w="1776394" h="1230153">
                <a:moveTo>
                  <a:pt x="0" y="0"/>
                </a:moveTo>
                <a:lnTo>
                  <a:pt x="1776394" y="0"/>
                </a:lnTo>
                <a:lnTo>
                  <a:pt x="1776394" y="1230153"/>
                </a:lnTo>
                <a:lnTo>
                  <a:pt x="0" y="123015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
        <p:nvSpPr>
          <p:cNvPr id="7" name="Freeform 7"/>
          <p:cNvSpPr/>
          <p:nvPr/>
        </p:nvSpPr>
        <p:spPr>
          <a:xfrm>
            <a:off x="1347320" y="944699"/>
            <a:ext cx="281241" cy="289940"/>
          </a:xfrm>
          <a:custGeom>
            <a:avLst/>
            <a:gdLst/>
            <a:ahLst/>
            <a:cxnLst/>
            <a:rect l="l" t="t" r="r" b="b"/>
            <a:pathLst>
              <a:path w="281241" h="289940">
                <a:moveTo>
                  <a:pt x="0" y="0"/>
                </a:moveTo>
                <a:lnTo>
                  <a:pt x="281242" y="0"/>
                </a:lnTo>
                <a:lnTo>
                  <a:pt x="281242" y="289940"/>
                </a:lnTo>
                <a:lnTo>
                  <a:pt x="0" y="28994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8" name="Freeform 8"/>
          <p:cNvSpPr/>
          <p:nvPr/>
        </p:nvSpPr>
        <p:spPr>
          <a:xfrm>
            <a:off x="3264335" y="2093529"/>
            <a:ext cx="281241" cy="289940"/>
          </a:xfrm>
          <a:custGeom>
            <a:avLst/>
            <a:gdLst/>
            <a:ahLst/>
            <a:cxnLst/>
            <a:rect l="l" t="t" r="r" b="b"/>
            <a:pathLst>
              <a:path w="281241" h="289940">
                <a:moveTo>
                  <a:pt x="0" y="0"/>
                </a:moveTo>
                <a:lnTo>
                  <a:pt x="281242" y="0"/>
                </a:lnTo>
                <a:lnTo>
                  <a:pt x="281242" y="289940"/>
                </a:lnTo>
                <a:lnTo>
                  <a:pt x="0" y="28994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9" name="Freeform 9"/>
          <p:cNvSpPr/>
          <p:nvPr/>
        </p:nvSpPr>
        <p:spPr>
          <a:xfrm rot="3386452">
            <a:off x="14546267" y="941255"/>
            <a:ext cx="622477" cy="1150072"/>
          </a:xfrm>
          <a:custGeom>
            <a:avLst/>
            <a:gdLst/>
            <a:ahLst/>
            <a:cxnLst/>
            <a:rect l="l" t="t" r="r" b="b"/>
            <a:pathLst>
              <a:path w="622477" h="1150072">
                <a:moveTo>
                  <a:pt x="0" y="0"/>
                </a:moveTo>
                <a:lnTo>
                  <a:pt x="622477" y="0"/>
                </a:lnTo>
                <a:lnTo>
                  <a:pt x="622477" y="1150072"/>
                </a:lnTo>
                <a:lnTo>
                  <a:pt x="0" y="115007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V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sp>
        <p:nvSpPr>
          <p:cNvPr id="2" name="TextBox 2"/>
          <p:cNvSpPr txBox="1"/>
          <p:nvPr/>
        </p:nvSpPr>
        <p:spPr>
          <a:xfrm>
            <a:off x="2114778" y="3788691"/>
            <a:ext cx="9000223" cy="1217678"/>
          </a:xfrm>
          <a:prstGeom prst="rect">
            <a:avLst/>
          </a:prstGeom>
        </p:spPr>
        <p:txBody>
          <a:bodyPr lIns="0" tIns="0" rIns="0" bIns="0" rtlCol="0" anchor="t">
            <a:spAutoFit/>
          </a:bodyPr>
          <a:lstStyle/>
          <a:p>
            <a:pPr algn="l">
              <a:lnSpc>
                <a:spcPts val="3233"/>
              </a:lnSpc>
              <a:spcBef>
                <a:spcPct val="0"/>
              </a:spcBef>
            </a:pPr>
            <a:r>
              <a:rPr lang="en-US" sz="2309">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a:t>
            </a:r>
          </a:p>
        </p:txBody>
      </p:sp>
      <p:sp>
        <p:nvSpPr>
          <p:cNvPr id="3" name="TextBox 3"/>
          <p:cNvSpPr txBox="1"/>
          <p:nvPr/>
        </p:nvSpPr>
        <p:spPr>
          <a:xfrm>
            <a:off x="2114778" y="1658899"/>
            <a:ext cx="11815829" cy="1878802"/>
          </a:xfrm>
          <a:prstGeom prst="rect">
            <a:avLst/>
          </a:prstGeom>
        </p:spPr>
        <p:txBody>
          <a:bodyPr lIns="0" tIns="0" rIns="0" bIns="0" rtlCol="0" anchor="t">
            <a:spAutoFit/>
          </a:bodyPr>
          <a:lstStyle/>
          <a:p>
            <a:pPr algn="l">
              <a:lnSpc>
                <a:spcPts val="13867"/>
              </a:lnSpc>
            </a:pPr>
            <a:r>
              <a:rPr lang="en-US" sz="13867">
                <a:solidFill>
                  <a:srgbClr val="603A17"/>
                </a:solidFill>
                <a:latin typeface="Bobby Jones Condensed Soft"/>
                <a:ea typeface="Bobby Jones Condensed Soft"/>
                <a:cs typeface="Bobby Jones Condensed Soft"/>
                <a:sym typeface="Bobby Jones Condensed Soft"/>
              </a:rPr>
              <a:t>Salt intake</a:t>
            </a:r>
          </a:p>
        </p:txBody>
      </p:sp>
      <p:sp>
        <p:nvSpPr>
          <p:cNvPr id="4" name="TextBox 4"/>
          <p:cNvSpPr txBox="1"/>
          <p:nvPr/>
        </p:nvSpPr>
        <p:spPr>
          <a:xfrm>
            <a:off x="3828590" y="5607054"/>
            <a:ext cx="7199009" cy="1153543"/>
          </a:xfrm>
          <a:prstGeom prst="rect">
            <a:avLst/>
          </a:prstGeom>
        </p:spPr>
        <p:txBody>
          <a:bodyPr lIns="0" tIns="0" rIns="0" bIns="0" rtlCol="0" anchor="t">
            <a:spAutoFit/>
          </a:bodyPr>
          <a:lstStyle/>
          <a:p>
            <a:pPr algn="l">
              <a:lnSpc>
                <a:spcPts val="3093"/>
              </a:lnSpc>
              <a:spcBef>
                <a:spcPct val="0"/>
              </a:spcBef>
            </a:pPr>
            <a:r>
              <a:rPr lang="en-US" sz="2209">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a:t>
            </a:r>
          </a:p>
        </p:txBody>
      </p:sp>
      <p:sp>
        <p:nvSpPr>
          <p:cNvPr id="5" name="TextBox 5"/>
          <p:cNvSpPr txBox="1"/>
          <p:nvPr/>
        </p:nvSpPr>
        <p:spPr>
          <a:xfrm>
            <a:off x="3828590" y="7179697"/>
            <a:ext cx="7199009" cy="1153543"/>
          </a:xfrm>
          <a:prstGeom prst="rect">
            <a:avLst/>
          </a:prstGeom>
        </p:spPr>
        <p:txBody>
          <a:bodyPr lIns="0" tIns="0" rIns="0" bIns="0" rtlCol="0" anchor="t">
            <a:spAutoFit/>
          </a:bodyPr>
          <a:lstStyle/>
          <a:p>
            <a:pPr algn="l">
              <a:lnSpc>
                <a:spcPts val="3093"/>
              </a:lnSpc>
              <a:spcBef>
                <a:spcPct val="0"/>
              </a:spcBef>
            </a:pPr>
            <a:r>
              <a:rPr lang="en-US" sz="2209">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a:t>
            </a:r>
          </a:p>
        </p:txBody>
      </p:sp>
      <p:sp>
        <p:nvSpPr>
          <p:cNvPr id="6" name="TextBox 6"/>
          <p:cNvSpPr txBox="1"/>
          <p:nvPr/>
        </p:nvSpPr>
        <p:spPr>
          <a:xfrm>
            <a:off x="1465817" y="5759714"/>
            <a:ext cx="1763320" cy="792458"/>
          </a:xfrm>
          <a:prstGeom prst="rect">
            <a:avLst/>
          </a:prstGeom>
        </p:spPr>
        <p:txBody>
          <a:bodyPr lIns="0" tIns="0" rIns="0" bIns="0" rtlCol="0" anchor="t">
            <a:spAutoFit/>
          </a:bodyPr>
          <a:lstStyle/>
          <a:p>
            <a:pPr algn="r">
              <a:lnSpc>
                <a:spcPts val="6292"/>
              </a:lnSpc>
              <a:spcBef>
                <a:spcPct val="0"/>
              </a:spcBef>
            </a:pPr>
            <a:r>
              <a:rPr lang="en-US" sz="5568" spc="668">
                <a:solidFill>
                  <a:srgbClr val="FFFFFF"/>
                </a:solidFill>
                <a:latin typeface="Garet"/>
                <a:ea typeface="Garet"/>
                <a:cs typeface="Garet"/>
                <a:sym typeface="Garet"/>
              </a:rPr>
              <a:t>01</a:t>
            </a:r>
          </a:p>
        </p:txBody>
      </p:sp>
      <p:sp>
        <p:nvSpPr>
          <p:cNvPr id="7" name="TextBox 7"/>
          <p:cNvSpPr txBox="1"/>
          <p:nvPr/>
        </p:nvSpPr>
        <p:spPr>
          <a:xfrm>
            <a:off x="1475342" y="7401662"/>
            <a:ext cx="1763320" cy="795338"/>
          </a:xfrm>
          <a:prstGeom prst="rect">
            <a:avLst/>
          </a:prstGeom>
        </p:spPr>
        <p:txBody>
          <a:bodyPr lIns="0" tIns="0" rIns="0" bIns="0" rtlCol="0" anchor="t">
            <a:spAutoFit/>
          </a:bodyPr>
          <a:lstStyle/>
          <a:p>
            <a:pPr algn="r">
              <a:lnSpc>
                <a:spcPts val="6292"/>
              </a:lnSpc>
              <a:spcBef>
                <a:spcPct val="0"/>
              </a:spcBef>
            </a:pPr>
            <a:r>
              <a:rPr lang="en-US" sz="5568" spc="-139">
                <a:solidFill>
                  <a:srgbClr val="FFFFFF"/>
                </a:solidFill>
                <a:latin typeface="Garet"/>
                <a:ea typeface="Garet"/>
                <a:cs typeface="Garet"/>
                <a:sym typeface="Garet"/>
              </a:rPr>
              <a:t>02</a:t>
            </a:r>
          </a:p>
        </p:txBody>
      </p:sp>
      <p:sp>
        <p:nvSpPr>
          <p:cNvPr id="8" name="Freeform 8"/>
          <p:cNvSpPr/>
          <p:nvPr/>
        </p:nvSpPr>
        <p:spPr>
          <a:xfrm rot="-642498">
            <a:off x="14617389" y="5024795"/>
            <a:ext cx="1868494" cy="3200846"/>
          </a:xfrm>
          <a:custGeom>
            <a:avLst/>
            <a:gdLst/>
            <a:ahLst/>
            <a:cxnLst/>
            <a:rect l="l" t="t" r="r" b="b"/>
            <a:pathLst>
              <a:path w="1868494" h="3200846">
                <a:moveTo>
                  <a:pt x="0" y="0"/>
                </a:moveTo>
                <a:lnTo>
                  <a:pt x="1868493" y="0"/>
                </a:lnTo>
                <a:lnTo>
                  <a:pt x="1868493" y="3200846"/>
                </a:lnTo>
                <a:lnTo>
                  <a:pt x="0" y="32008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9" name="Freeform 9"/>
          <p:cNvSpPr/>
          <p:nvPr/>
        </p:nvSpPr>
        <p:spPr>
          <a:xfrm rot="1106672">
            <a:off x="12885673" y="2128585"/>
            <a:ext cx="1865826" cy="3200846"/>
          </a:xfrm>
          <a:custGeom>
            <a:avLst/>
            <a:gdLst/>
            <a:ahLst/>
            <a:cxnLst/>
            <a:rect l="l" t="t" r="r" b="b"/>
            <a:pathLst>
              <a:path w="1865826" h="3200846">
                <a:moveTo>
                  <a:pt x="0" y="0"/>
                </a:moveTo>
                <a:lnTo>
                  <a:pt x="1865827" y="0"/>
                </a:lnTo>
                <a:lnTo>
                  <a:pt x="1865827" y="3200846"/>
                </a:lnTo>
                <a:lnTo>
                  <a:pt x="0" y="320084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10" name="Freeform 10"/>
          <p:cNvSpPr/>
          <p:nvPr/>
        </p:nvSpPr>
        <p:spPr>
          <a:xfrm>
            <a:off x="16788676" y="5159974"/>
            <a:ext cx="470624" cy="485179"/>
          </a:xfrm>
          <a:custGeom>
            <a:avLst/>
            <a:gdLst/>
            <a:ahLst/>
            <a:cxnLst/>
            <a:rect l="l" t="t" r="r" b="b"/>
            <a:pathLst>
              <a:path w="470624" h="485179">
                <a:moveTo>
                  <a:pt x="0" y="0"/>
                </a:moveTo>
                <a:lnTo>
                  <a:pt x="470624" y="0"/>
                </a:lnTo>
                <a:lnTo>
                  <a:pt x="470624" y="485180"/>
                </a:lnTo>
                <a:lnTo>
                  <a:pt x="0" y="4851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
        <p:nvSpPr>
          <p:cNvPr id="11" name="Freeform 11"/>
          <p:cNvSpPr/>
          <p:nvPr/>
        </p:nvSpPr>
        <p:spPr>
          <a:xfrm rot="-1732863">
            <a:off x="13055079" y="6238103"/>
            <a:ext cx="837073" cy="1546555"/>
          </a:xfrm>
          <a:custGeom>
            <a:avLst/>
            <a:gdLst/>
            <a:ahLst/>
            <a:cxnLst/>
            <a:rect l="l" t="t" r="r" b="b"/>
            <a:pathLst>
              <a:path w="837073" h="1546555">
                <a:moveTo>
                  <a:pt x="0" y="0"/>
                </a:moveTo>
                <a:lnTo>
                  <a:pt x="837073" y="0"/>
                </a:lnTo>
                <a:lnTo>
                  <a:pt x="837073" y="1546555"/>
                </a:lnTo>
                <a:lnTo>
                  <a:pt x="0" y="15465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12" name="Freeform 12"/>
          <p:cNvSpPr/>
          <p:nvPr/>
        </p:nvSpPr>
        <p:spPr>
          <a:xfrm rot="7668350">
            <a:off x="14961711" y="3226641"/>
            <a:ext cx="2329817" cy="1004734"/>
          </a:xfrm>
          <a:custGeom>
            <a:avLst/>
            <a:gdLst/>
            <a:ahLst/>
            <a:cxnLst/>
            <a:rect l="l" t="t" r="r" b="b"/>
            <a:pathLst>
              <a:path w="2329817" h="1004734">
                <a:moveTo>
                  <a:pt x="0" y="0"/>
                </a:moveTo>
                <a:lnTo>
                  <a:pt x="2329817" y="0"/>
                </a:lnTo>
                <a:lnTo>
                  <a:pt x="2329817" y="1004734"/>
                </a:lnTo>
                <a:lnTo>
                  <a:pt x="0" y="100473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V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sp>
        <p:nvSpPr>
          <p:cNvPr id="2" name="Freeform 2"/>
          <p:cNvSpPr/>
          <p:nvPr/>
        </p:nvSpPr>
        <p:spPr>
          <a:xfrm rot="-719303">
            <a:off x="1787578" y="1815455"/>
            <a:ext cx="2325278" cy="3382222"/>
          </a:xfrm>
          <a:custGeom>
            <a:avLst/>
            <a:gdLst/>
            <a:ahLst/>
            <a:cxnLst/>
            <a:rect l="l" t="t" r="r" b="b"/>
            <a:pathLst>
              <a:path w="2325278" h="3382222">
                <a:moveTo>
                  <a:pt x="0" y="0"/>
                </a:moveTo>
                <a:lnTo>
                  <a:pt x="2325278" y="0"/>
                </a:lnTo>
                <a:lnTo>
                  <a:pt x="2325278" y="3382222"/>
                </a:lnTo>
                <a:lnTo>
                  <a:pt x="0" y="33822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3" name="Freeform 3"/>
          <p:cNvSpPr/>
          <p:nvPr/>
        </p:nvSpPr>
        <p:spPr>
          <a:xfrm rot="-933683">
            <a:off x="5943572" y="5532561"/>
            <a:ext cx="1427442" cy="3339045"/>
          </a:xfrm>
          <a:custGeom>
            <a:avLst/>
            <a:gdLst/>
            <a:ahLst/>
            <a:cxnLst/>
            <a:rect l="l" t="t" r="r" b="b"/>
            <a:pathLst>
              <a:path w="1427442" h="3339045">
                <a:moveTo>
                  <a:pt x="0" y="0"/>
                </a:moveTo>
                <a:lnTo>
                  <a:pt x="1427442" y="0"/>
                </a:lnTo>
                <a:lnTo>
                  <a:pt x="1427442" y="3339045"/>
                </a:lnTo>
                <a:lnTo>
                  <a:pt x="0" y="33390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4" name="Freeform 4"/>
          <p:cNvSpPr/>
          <p:nvPr/>
        </p:nvSpPr>
        <p:spPr>
          <a:xfrm rot="1015212">
            <a:off x="5936155" y="1609395"/>
            <a:ext cx="1401008" cy="3339045"/>
          </a:xfrm>
          <a:custGeom>
            <a:avLst/>
            <a:gdLst/>
            <a:ahLst/>
            <a:cxnLst/>
            <a:rect l="l" t="t" r="r" b="b"/>
            <a:pathLst>
              <a:path w="1401008" h="3339045">
                <a:moveTo>
                  <a:pt x="0" y="0"/>
                </a:moveTo>
                <a:lnTo>
                  <a:pt x="1401007" y="0"/>
                </a:lnTo>
                <a:lnTo>
                  <a:pt x="1401007" y="3339046"/>
                </a:lnTo>
                <a:lnTo>
                  <a:pt x="0" y="33390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
        <p:nvSpPr>
          <p:cNvPr id="5" name="Freeform 5"/>
          <p:cNvSpPr/>
          <p:nvPr/>
        </p:nvSpPr>
        <p:spPr>
          <a:xfrm>
            <a:off x="1788692" y="5823439"/>
            <a:ext cx="3425203" cy="2757289"/>
          </a:xfrm>
          <a:custGeom>
            <a:avLst/>
            <a:gdLst/>
            <a:ahLst/>
            <a:cxnLst/>
            <a:rect l="l" t="t" r="r" b="b"/>
            <a:pathLst>
              <a:path w="3425203" h="2757289">
                <a:moveTo>
                  <a:pt x="0" y="0"/>
                </a:moveTo>
                <a:lnTo>
                  <a:pt x="3425203" y="0"/>
                </a:lnTo>
                <a:lnTo>
                  <a:pt x="3425203" y="2757289"/>
                </a:lnTo>
                <a:lnTo>
                  <a:pt x="0" y="275728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6" name="TextBox 6"/>
          <p:cNvSpPr txBox="1"/>
          <p:nvPr/>
        </p:nvSpPr>
        <p:spPr>
          <a:xfrm>
            <a:off x="9380016" y="1329553"/>
            <a:ext cx="8055549" cy="1537810"/>
          </a:xfrm>
          <a:prstGeom prst="rect">
            <a:avLst/>
          </a:prstGeom>
        </p:spPr>
        <p:txBody>
          <a:bodyPr lIns="0" tIns="0" rIns="0" bIns="0" rtlCol="0" anchor="t">
            <a:spAutoFit/>
          </a:bodyPr>
          <a:lstStyle/>
          <a:p>
            <a:pPr algn="l">
              <a:lnSpc>
                <a:spcPts val="11305"/>
              </a:lnSpc>
            </a:pPr>
            <a:r>
              <a:rPr lang="en-US" sz="11305">
                <a:solidFill>
                  <a:srgbClr val="603A17"/>
                </a:solidFill>
                <a:latin typeface="Bobby Jones Condensed Soft"/>
                <a:ea typeface="Bobby Jones Condensed Soft"/>
                <a:cs typeface="Bobby Jones Condensed Soft"/>
                <a:sym typeface="Bobby Jones Condensed Soft"/>
              </a:rPr>
              <a:t>Fast Food</a:t>
            </a:r>
          </a:p>
        </p:txBody>
      </p:sp>
      <p:sp>
        <p:nvSpPr>
          <p:cNvPr id="7" name="TextBox 7"/>
          <p:cNvSpPr txBox="1"/>
          <p:nvPr/>
        </p:nvSpPr>
        <p:spPr>
          <a:xfrm>
            <a:off x="9414281" y="3000476"/>
            <a:ext cx="7736827" cy="1496357"/>
          </a:xfrm>
          <a:prstGeom prst="rect">
            <a:avLst/>
          </a:prstGeom>
        </p:spPr>
        <p:txBody>
          <a:bodyPr lIns="0" tIns="0" rIns="0" bIns="0" rtlCol="0" anchor="t">
            <a:spAutoFit/>
          </a:bodyPr>
          <a:lstStyle/>
          <a:p>
            <a:pPr algn="l">
              <a:lnSpc>
                <a:spcPts val="2985"/>
              </a:lnSpc>
              <a:spcBef>
                <a:spcPct val="0"/>
              </a:spcBef>
            </a:pPr>
            <a:r>
              <a:rPr lang="en-US" sz="2132">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a:t>
            </a:r>
          </a:p>
        </p:txBody>
      </p:sp>
      <p:sp>
        <p:nvSpPr>
          <p:cNvPr id="8" name="TextBox 8"/>
          <p:cNvSpPr txBox="1"/>
          <p:nvPr/>
        </p:nvSpPr>
        <p:spPr>
          <a:xfrm>
            <a:off x="9480456" y="5732578"/>
            <a:ext cx="7670652" cy="893999"/>
          </a:xfrm>
          <a:prstGeom prst="rect">
            <a:avLst/>
          </a:prstGeom>
        </p:spPr>
        <p:txBody>
          <a:bodyPr lIns="0" tIns="0" rIns="0" bIns="0" rtlCol="0" anchor="t">
            <a:spAutoFit/>
          </a:bodyPr>
          <a:lstStyle/>
          <a:p>
            <a:pPr algn="l">
              <a:lnSpc>
                <a:spcPts val="2365"/>
              </a:lnSpc>
              <a:spcBef>
                <a:spcPct val="0"/>
              </a:spcBef>
            </a:pPr>
            <a:r>
              <a:rPr lang="en-US" sz="1689">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a:t>
            </a:r>
          </a:p>
        </p:txBody>
      </p:sp>
      <p:sp>
        <p:nvSpPr>
          <p:cNvPr id="9" name="TextBox 9"/>
          <p:cNvSpPr txBox="1"/>
          <p:nvPr/>
        </p:nvSpPr>
        <p:spPr>
          <a:xfrm>
            <a:off x="9380016" y="7890286"/>
            <a:ext cx="7771092" cy="893999"/>
          </a:xfrm>
          <a:prstGeom prst="rect">
            <a:avLst/>
          </a:prstGeom>
        </p:spPr>
        <p:txBody>
          <a:bodyPr lIns="0" tIns="0" rIns="0" bIns="0" rtlCol="0" anchor="t">
            <a:spAutoFit/>
          </a:bodyPr>
          <a:lstStyle/>
          <a:p>
            <a:pPr algn="l">
              <a:lnSpc>
                <a:spcPts val="2365"/>
              </a:lnSpc>
              <a:spcBef>
                <a:spcPct val="0"/>
              </a:spcBef>
            </a:pPr>
            <a:r>
              <a:rPr lang="en-US" sz="1689">
                <a:solidFill>
                  <a:srgbClr val="603A17"/>
                </a:solidFill>
                <a:latin typeface="Varela Round"/>
                <a:ea typeface="Varela Round"/>
                <a:cs typeface="Varela Round"/>
                <a:sym typeface="Varela Round"/>
              </a:rPr>
              <a:t>Lorem ipsum dolor sit amet, consectetur adipiscing elit. Sed non orci hendrerit augue interdum lacinia at egestas dolor. Vivamus elementum pulvinar tempus. Donec tristique rhoncus sapien.</a:t>
            </a:r>
          </a:p>
        </p:txBody>
      </p:sp>
      <p:sp>
        <p:nvSpPr>
          <p:cNvPr id="10" name="TextBox 10"/>
          <p:cNvSpPr txBox="1"/>
          <p:nvPr/>
        </p:nvSpPr>
        <p:spPr>
          <a:xfrm>
            <a:off x="9413691" y="4981711"/>
            <a:ext cx="7737416" cy="395951"/>
          </a:xfrm>
          <a:prstGeom prst="rect">
            <a:avLst/>
          </a:prstGeom>
        </p:spPr>
        <p:txBody>
          <a:bodyPr lIns="0" tIns="0" rIns="0" bIns="0" rtlCol="0" anchor="t">
            <a:spAutoFit/>
          </a:bodyPr>
          <a:lstStyle/>
          <a:p>
            <a:pPr algn="l">
              <a:lnSpc>
                <a:spcPts val="3111"/>
              </a:lnSpc>
              <a:spcBef>
                <a:spcPct val="0"/>
              </a:spcBef>
            </a:pPr>
            <a:r>
              <a:rPr lang="en-US" sz="2753" spc="-68">
                <a:solidFill>
                  <a:srgbClr val="FFFFFF"/>
                </a:solidFill>
                <a:latin typeface="Garet"/>
                <a:ea typeface="Garet"/>
                <a:cs typeface="Garet"/>
                <a:sym typeface="Garet"/>
              </a:rPr>
              <a:t>PROCESSED FOOD</a:t>
            </a:r>
          </a:p>
        </p:txBody>
      </p:sp>
      <p:sp>
        <p:nvSpPr>
          <p:cNvPr id="11" name="TextBox 11"/>
          <p:cNvSpPr txBox="1"/>
          <p:nvPr/>
        </p:nvSpPr>
        <p:spPr>
          <a:xfrm>
            <a:off x="9413691" y="7199673"/>
            <a:ext cx="7737416" cy="395951"/>
          </a:xfrm>
          <a:prstGeom prst="rect">
            <a:avLst/>
          </a:prstGeom>
        </p:spPr>
        <p:txBody>
          <a:bodyPr lIns="0" tIns="0" rIns="0" bIns="0" rtlCol="0" anchor="t">
            <a:spAutoFit/>
          </a:bodyPr>
          <a:lstStyle/>
          <a:p>
            <a:pPr algn="l">
              <a:lnSpc>
                <a:spcPts val="3111"/>
              </a:lnSpc>
              <a:spcBef>
                <a:spcPct val="0"/>
              </a:spcBef>
            </a:pPr>
            <a:r>
              <a:rPr lang="en-US" sz="2753" spc="-68">
                <a:solidFill>
                  <a:srgbClr val="FFFFFF"/>
                </a:solidFill>
                <a:latin typeface="Garet"/>
                <a:ea typeface="Garet"/>
                <a:cs typeface="Garet"/>
                <a:sym typeface="Garet"/>
              </a:rPr>
              <a:t>HAMBURGERS</a:t>
            </a:r>
          </a:p>
        </p:txBody>
      </p:sp>
      <p:sp>
        <p:nvSpPr>
          <p:cNvPr id="12" name="Freeform 12"/>
          <p:cNvSpPr/>
          <p:nvPr/>
        </p:nvSpPr>
        <p:spPr>
          <a:xfrm>
            <a:off x="2520274" y="8172294"/>
            <a:ext cx="429943" cy="443240"/>
          </a:xfrm>
          <a:custGeom>
            <a:avLst/>
            <a:gdLst/>
            <a:ahLst/>
            <a:cxnLst/>
            <a:rect l="l" t="t" r="r" b="b"/>
            <a:pathLst>
              <a:path w="429943" h="443240">
                <a:moveTo>
                  <a:pt x="0" y="0"/>
                </a:moveTo>
                <a:lnTo>
                  <a:pt x="429943" y="0"/>
                </a:lnTo>
                <a:lnTo>
                  <a:pt x="429943" y="443240"/>
                </a:lnTo>
                <a:lnTo>
                  <a:pt x="0" y="44324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VN"/>
          </a:p>
        </p:txBody>
      </p:sp>
      <p:sp>
        <p:nvSpPr>
          <p:cNvPr id="13" name="Freeform 13"/>
          <p:cNvSpPr/>
          <p:nvPr/>
        </p:nvSpPr>
        <p:spPr>
          <a:xfrm>
            <a:off x="7577764" y="4844773"/>
            <a:ext cx="429943" cy="443240"/>
          </a:xfrm>
          <a:custGeom>
            <a:avLst/>
            <a:gdLst/>
            <a:ahLst/>
            <a:cxnLst/>
            <a:rect l="l" t="t" r="r" b="b"/>
            <a:pathLst>
              <a:path w="429943" h="443240">
                <a:moveTo>
                  <a:pt x="0" y="0"/>
                </a:moveTo>
                <a:lnTo>
                  <a:pt x="429943" y="0"/>
                </a:lnTo>
                <a:lnTo>
                  <a:pt x="429943" y="443241"/>
                </a:lnTo>
                <a:lnTo>
                  <a:pt x="0" y="44324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VN"/>
          </a:p>
        </p:txBody>
      </p:sp>
      <p:sp>
        <p:nvSpPr>
          <p:cNvPr id="14" name="Freeform 14"/>
          <p:cNvSpPr/>
          <p:nvPr/>
        </p:nvSpPr>
        <p:spPr>
          <a:xfrm rot="3204645">
            <a:off x="4585891" y="4986485"/>
            <a:ext cx="708021" cy="1308121"/>
          </a:xfrm>
          <a:custGeom>
            <a:avLst/>
            <a:gdLst/>
            <a:ahLst/>
            <a:cxnLst/>
            <a:rect l="l" t="t" r="r" b="b"/>
            <a:pathLst>
              <a:path w="708021" h="1308121">
                <a:moveTo>
                  <a:pt x="0" y="0"/>
                </a:moveTo>
                <a:lnTo>
                  <a:pt x="708020" y="0"/>
                </a:lnTo>
                <a:lnTo>
                  <a:pt x="708020" y="1308121"/>
                </a:lnTo>
                <a:lnTo>
                  <a:pt x="0" y="130812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VN"/>
          </a:p>
        </p:txBody>
      </p:sp>
      <p:sp>
        <p:nvSpPr>
          <p:cNvPr id="15" name="Freeform 15"/>
          <p:cNvSpPr/>
          <p:nvPr/>
        </p:nvSpPr>
        <p:spPr>
          <a:xfrm rot="-3568522">
            <a:off x="4282555" y="1884118"/>
            <a:ext cx="1845344" cy="795805"/>
          </a:xfrm>
          <a:custGeom>
            <a:avLst/>
            <a:gdLst/>
            <a:ahLst/>
            <a:cxnLst/>
            <a:rect l="l" t="t" r="r" b="b"/>
            <a:pathLst>
              <a:path w="1845344" h="795805">
                <a:moveTo>
                  <a:pt x="0" y="0"/>
                </a:moveTo>
                <a:lnTo>
                  <a:pt x="1845344" y="0"/>
                </a:lnTo>
                <a:lnTo>
                  <a:pt x="1845344" y="795805"/>
                </a:lnTo>
                <a:lnTo>
                  <a:pt x="0" y="795805"/>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V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sp>
        <p:nvSpPr>
          <p:cNvPr id="2" name="Freeform 2"/>
          <p:cNvSpPr/>
          <p:nvPr/>
        </p:nvSpPr>
        <p:spPr>
          <a:xfrm rot="1317568">
            <a:off x="15464875" y="1513125"/>
            <a:ext cx="2040889" cy="1449031"/>
          </a:xfrm>
          <a:custGeom>
            <a:avLst/>
            <a:gdLst/>
            <a:ahLst/>
            <a:cxnLst/>
            <a:rect l="l" t="t" r="r" b="b"/>
            <a:pathLst>
              <a:path w="2040889" h="1449031">
                <a:moveTo>
                  <a:pt x="0" y="0"/>
                </a:moveTo>
                <a:lnTo>
                  <a:pt x="2040888" y="0"/>
                </a:lnTo>
                <a:lnTo>
                  <a:pt x="2040888" y="1449031"/>
                </a:lnTo>
                <a:lnTo>
                  <a:pt x="0" y="14490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3" name="Freeform 3"/>
          <p:cNvSpPr/>
          <p:nvPr/>
        </p:nvSpPr>
        <p:spPr>
          <a:xfrm>
            <a:off x="693588" y="4449161"/>
            <a:ext cx="1230692" cy="1915473"/>
          </a:xfrm>
          <a:custGeom>
            <a:avLst/>
            <a:gdLst/>
            <a:ahLst/>
            <a:cxnLst/>
            <a:rect l="l" t="t" r="r" b="b"/>
            <a:pathLst>
              <a:path w="1230692" h="1915473">
                <a:moveTo>
                  <a:pt x="0" y="0"/>
                </a:moveTo>
                <a:lnTo>
                  <a:pt x="1230692" y="0"/>
                </a:lnTo>
                <a:lnTo>
                  <a:pt x="1230692" y="1915474"/>
                </a:lnTo>
                <a:lnTo>
                  <a:pt x="0" y="19154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4" name="Freeform 4"/>
          <p:cNvSpPr/>
          <p:nvPr/>
        </p:nvSpPr>
        <p:spPr>
          <a:xfrm rot="860772">
            <a:off x="1412989" y="7743926"/>
            <a:ext cx="3337572" cy="1259933"/>
          </a:xfrm>
          <a:custGeom>
            <a:avLst/>
            <a:gdLst/>
            <a:ahLst/>
            <a:cxnLst/>
            <a:rect l="l" t="t" r="r" b="b"/>
            <a:pathLst>
              <a:path w="3337572" h="1259933">
                <a:moveTo>
                  <a:pt x="0" y="0"/>
                </a:moveTo>
                <a:lnTo>
                  <a:pt x="3337572" y="0"/>
                </a:lnTo>
                <a:lnTo>
                  <a:pt x="3337572" y="1259933"/>
                </a:lnTo>
                <a:lnTo>
                  <a:pt x="0" y="12599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
        <p:nvSpPr>
          <p:cNvPr id="5" name="Freeform 5"/>
          <p:cNvSpPr/>
          <p:nvPr/>
        </p:nvSpPr>
        <p:spPr>
          <a:xfrm>
            <a:off x="14681667" y="7379417"/>
            <a:ext cx="2489519" cy="2047629"/>
          </a:xfrm>
          <a:custGeom>
            <a:avLst/>
            <a:gdLst/>
            <a:ahLst/>
            <a:cxnLst/>
            <a:rect l="l" t="t" r="r" b="b"/>
            <a:pathLst>
              <a:path w="2489519" h="2047629">
                <a:moveTo>
                  <a:pt x="0" y="0"/>
                </a:moveTo>
                <a:lnTo>
                  <a:pt x="2489519" y="0"/>
                </a:lnTo>
                <a:lnTo>
                  <a:pt x="2489519" y="2047629"/>
                </a:lnTo>
                <a:lnTo>
                  <a:pt x="0" y="204762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6" name="Freeform 6"/>
          <p:cNvSpPr/>
          <p:nvPr/>
        </p:nvSpPr>
        <p:spPr>
          <a:xfrm rot="-824651">
            <a:off x="940753" y="893707"/>
            <a:ext cx="2099177" cy="2846341"/>
          </a:xfrm>
          <a:custGeom>
            <a:avLst/>
            <a:gdLst/>
            <a:ahLst/>
            <a:cxnLst/>
            <a:rect l="l" t="t" r="r" b="b"/>
            <a:pathLst>
              <a:path w="2099177" h="2846341">
                <a:moveTo>
                  <a:pt x="0" y="0"/>
                </a:moveTo>
                <a:lnTo>
                  <a:pt x="2099177" y="0"/>
                </a:lnTo>
                <a:lnTo>
                  <a:pt x="2099177" y="2846341"/>
                </a:lnTo>
                <a:lnTo>
                  <a:pt x="0" y="284634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VN"/>
          </a:p>
        </p:txBody>
      </p:sp>
      <p:sp>
        <p:nvSpPr>
          <p:cNvPr id="7" name="Freeform 7"/>
          <p:cNvSpPr/>
          <p:nvPr/>
        </p:nvSpPr>
        <p:spPr>
          <a:xfrm>
            <a:off x="14262430" y="3605513"/>
            <a:ext cx="1141332" cy="1220676"/>
          </a:xfrm>
          <a:custGeom>
            <a:avLst/>
            <a:gdLst/>
            <a:ahLst/>
            <a:cxnLst/>
            <a:rect l="l" t="t" r="r" b="b"/>
            <a:pathLst>
              <a:path w="1141332" h="1220676">
                <a:moveTo>
                  <a:pt x="0" y="0"/>
                </a:moveTo>
                <a:lnTo>
                  <a:pt x="1141332" y="0"/>
                </a:lnTo>
                <a:lnTo>
                  <a:pt x="1141332" y="1220676"/>
                </a:lnTo>
                <a:lnTo>
                  <a:pt x="0" y="122067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VN"/>
          </a:p>
        </p:txBody>
      </p:sp>
      <p:sp>
        <p:nvSpPr>
          <p:cNvPr id="8" name="Freeform 8"/>
          <p:cNvSpPr/>
          <p:nvPr/>
        </p:nvSpPr>
        <p:spPr>
          <a:xfrm rot="-7168434">
            <a:off x="2853074" y="4207979"/>
            <a:ext cx="1798168" cy="1245231"/>
          </a:xfrm>
          <a:custGeom>
            <a:avLst/>
            <a:gdLst/>
            <a:ahLst/>
            <a:cxnLst/>
            <a:rect l="l" t="t" r="r" b="b"/>
            <a:pathLst>
              <a:path w="1798168" h="1245231">
                <a:moveTo>
                  <a:pt x="0" y="0"/>
                </a:moveTo>
                <a:lnTo>
                  <a:pt x="1798168" y="0"/>
                </a:lnTo>
                <a:lnTo>
                  <a:pt x="1798168" y="1245231"/>
                </a:lnTo>
                <a:lnTo>
                  <a:pt x="0" y="124523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VN"/>
          </a:p>
        </p:txBody>
      </p:sp>
      <p:sp>
        <p:nvSpPr>
          <p:cNvPr id="9" name="Freeform 9"/>
          <p:cNvSpPr/>
          <p:nvPr/>
        </p:nvSpPr>
        <p:spPr>
          <a:xfrm>
            <a:off x="15926426" y="4415060"/>
            <a:ext cx="1752651" cy="2114813"/>
          </a:xfrm>
          <a:custGeom>
            <a:avLst/>
            <a:gdLst/>
            <a:ahLst/>
            <a:cxnLst/>
            <a:rect l="l" t="t" r="r" b="b"/>
            <a:pathLst>
              <a:path w="1752651" h="2114813">
                <a:moveTo>
                  <a:pt x="0" y="0"/>
                </a:moveTo>
                <a:lnTo>
                  <a:pt x="1752652" y="0"/>
                </a:lnTo>
                <a:lnTo>
                  <a:pt x="1752652" y="2114814"/>
                </a:lnTo>
                <a:lnTo>
                  <a:pt x="0" y="211481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VN"/>
          </a:p>
        </p:txBody>
      </p:sp>
      <p:sp>
        <p:nvSpPr>
          <p:cNvPr id="10" name="Freeform 10"/>
          <p:cNvSpPr/>
          <p:nvPr/>
        </p:nvSpPr>
        <p:spPr>
          <a:xfrm>
            <a:off x="16956214" y="7311466"/>
            <a:ext cx="429943" cy="443240"/>
          </a:xfrm>
          <a:custGeom>
            <a:avLst/>
            <a:gdLst/>
            <a:ahLst/>
            <a:cxnLst/>
            <a:rect l="l" t="t" r="r" b="b"/>
            <a:pathLst>
              <a:path w="429943" h="443240">
                <a:moveTo>
                  <a:pt x="0" y="0"/>
                </a:moveTo>
                <a:lnTo>
                  <a:pt x="429943" y="0"/>
                </a:lnTo>
                <a:lnTo>
                  <a:pt x="429943" y="443240"/>
                </a:lnTo>
                <a:lnTo>
                  <a:pt x="0" y="44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VN"/>
          </a:p>
        </p:txBody>
      </p:sp>
      <p:sp>
        <p:nvSpPr>
          <p:cNvPr id="11" name="Freeform 11"/>
          <p:cNvSpPr/>
          <p:nvPr/>
        </p:nvSpPr>
        <p:spPr>
          <a:xfrm rot="-2780741">
            <a:off x="2465576" y="5875813"/>
            <a:ext cx="708021" cy="1308121"/>
          </a:xfrm>
          <a:custGeom>
            <a:avLst/>
            <a:gdLst/>
            <a:ahLst/>
            <a:cxnLst/>
            <a:rect l="l" t="t" r="r" b="b"/>
            <a:pathLst>
              <a:path w="708021" h="1308121">
                <a:moveTo>
                  <a:pt x="0" y="0"/>
                </a:moveTo>
                <a:lnTo>
                  <a:pt x="708021" y="0"/>
                </a:lnTo>
                <a:lnTo>
                  <a:pt x="708021" y="1308121"/>
                </a:lnTo>
                <a:lnTo>
                  <a:pt x="0" y="1308121"/>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VN"/>
          </a:p>
        </p:txBody>
      </p:sp>
      <p:sp>
        <p:nvSpPr>
          <p:cNvPr id="12" name="Freeform 12"/>
          <p:cNvSpPr/>
          <p:nvPr/>
        </p:nvSpPr>
        <p:spPr>
          <a:xfrm rot="-2122138">
            <a:off x="13758995" y="5736357"/>
            <a:ext cx="1845344" cy="795805"/>
          </a:xfrm>
          <a:custGeom>
            <a:avLst/>
            <a:gdLst/>
            <a:ahLst/>
            <a:cxnLst/>
            <a:rect l="l" t="t" r="r" b="b"/>
            <a:pathLst>
              <a:path w="1845344" h="795805">
                <a:moveTo>
                  <a:pt x="0" y="0"/>
                </a:moveTo>
                <a:lnTo>
                  <a:pt x="1845344" y="0"/>
                </a:lnTo>
                <a:lnTo>
                  <a:pt x="1845344" y="795805"/>
                </a:lnTo>
                <a:lnTo>
                  <a:pt x="0" y="795805"/>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VN"/>
          </a:p>
        </p:txBody>
      </p:sp>
      <p:sp>
        <p:nvSpPr>
          <p:cNvPr id="13" name="Freeform 13"/>
          <p:cNvSpPr/>
          <p:nvPr/>
        </p:nvSpPr>
        <p:spPr>
          <a:xfrm>
            <a:off x="14442746" y="1873637"/>
            <a:ext cx="429943" cy="443240"/>
          </a:xfrm>
          <a:custGeom>
            <a:avLst/>
            <a:gdLst/>
            <a:ahLst/>
            <a:cxnLst/>
            <a:rect l="l" t="t" r="r" b="b"/>
            <a:pathLst>
              <a:path w="429943" h="443240">
                <a:moveTo>
                  <a:pt x="0" y="0"/>
                </a:moveTo>
                <a:lnTo>
                  <a:pt x="429943" y="0"/>
                </a:lnTo>
                <a:lnTo>
                  <a:pt x="429943" y="443241"/>
                </a:lnTo>
                <a:lnTo>
                  <a:pt x="0" y="44324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VN"/>
          </a:p>
        </p:txBody>
      </p:sp>
      <p:sp>
        <p:nvSpPr>
          <p:cNvPr id="14" name="Freeform 14"/>
          <p:cNvSpPr/>
          <p:nvPr/>
        </p:nvSpPr>
        <p:spPr>
          <a:xfrm>
            <a:off x="973134" y="8687290"/>
            <a:ext cx="429943" cy="443240"/>
          </a:xfrm>
          <a:custGeom>
            <a:avLst/>
            <a:gdLst/>
            <a:ahLst/>
            <a:cxnLst/>
            <a:rect l="l" t="t" r="r" b="b"/>
            <a:pathLst>
              <a:path w="429943" h="443240">
                <a:moveTo>
                  <a:pt x="0" y="0"/>
                </a:moveTo>
                <a:lnTo>
                  <a:pt x="429943" y="0"/>
                </a:lnTo>
                <a:lnTo>
                  <a:pt x="429943" y="443240"/>
                </a:lnTo>
                <a:lnTo>
                  <a:pt x="0" y="44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VN"/>
          </a:p>
        </p:txBody>
      </p:sp>
      <p:sp>
        <p:nvSpPr>
          <p:cNvPr id="15" name="Freeform 15"/>
          <p:cNvSpPr/>
          <p:nvPr/>
        </p:nvSpPr>
        <p:spPr>
          <a:xfrm>
            <a:off x="3348003" y="2355429"/>
            <a:ext cx="429943" cy="443240"/>
          </a:xfrm>
          <a:custGeom>
            <a:avLst/>
            <a:gdLst/>
            <a:ahLst/>
            <a:cxnLst/>
            <a:rect l="l" t="t" r="r" b="b"/>
            <a:pathLst>
              <a:path w="429943" h="443240">
                <a:moveTo>
                  <a:pt x="0" y="0"/>
                </a:moveTo>
                <a:lnTo>
                  <a:pt x="429943" y="0"/>
                </a:lnTo>
                <a:lnTo>
                  <a:pt x="429943" y="443240"/>
                </a:lnTo>
                <a:lnTo>
                  <a:pt x="0" y="44324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VN"/>
          </a:p>
        </p:txBody>
      </p:sp>
      <p:grpSp>
        <p:nvGrpSpPr>
          <p:cNvPr id="16" name="Group 16"/>
          <p:cNvGrpSpPr/>
          <p:nvPr/>
        </p:nvGrpSpPr>
        <p:grpSpPr>
          <a:xfrm>
            <a:off x="4384558" y="-509051"/>
            <a:ext cx="9662900" cy="11569532"/>
            <a:chOff x="0" y="0"/>
            <a:chExt cx="2544961" cy="3047120"/>
          </a:xfrm>
        </p:grpSpPr>
        <p:sp>
          <p:nvSpPr>
            <p:cNvPr id="17" name="Freeform 17"/>
            <p:cNvSpPr/>
            <p:nvPr/>
          </p:nvSpPr>
          <p:spPr>
            <a:xfrm>
              <a:off x="0" y="0"/>
              <a:ext cx="2544961" cy="3047120"/>
            </a:xfrm>
            <a:custGeom>
              <a:avLst/>
              <a:gdLst/>
              <a:ahLst/>
              <a:cxnLst/>
              <a:rect l="l" t="t" r="r" b="b"/>
              <a:pathLst>
                <a:path w="2544961" h="3047120">
                  <a:moveTo>
                    <a:pt x="0" y="0"/>
                  </a:moveTo>
                  <a:lnTo>
                    <a:pt x="2544961" y="0"/>
                  </a:lnTo>
                  <a:lnTo>
                    <a:pt x="2544961" y="3047120"/>
                  </a:lnTo>
                  <a:lnTo>
                    <a:pt x="0" y="3047120"/>
                  </a:lnTo>
                  <a:close/>
                </a:path>
              </a:pathLst>
            </a:custGeom>
            <a:solidFill>
              <a:srgbClr val="99C767"/>
            </a:solidFill>
          </p:spPr>
          <p:txBody>
            <a:bodyPr/>
            <a:lstStyle/>
            <a:p>
              <a:endParaRPr lang="en-VN"/>
            </a:p>
          </p:txBody>
        </p:sp>
        <p:sp>
          <p:nvSpPr>
            <p:cNvPr id="18" name="TextBox 18"/>
            <p:cNvSpPr txBox="1"/>
            <p:nvPr/>
          </p:nvSpPr>
          <p:spPr>
            <a:xfrm>
              <a:off x="0" y="19050"/>
              <a:ext cx="2544961" cy="3028070"/>
            </a:xfrm>
            <a:prstGeom prst="rect">
              <a:avLst/>
            </a:prstGeom>
          </p:spPr>
          <p:txBody>
            <a:bodyPr lIns="50800" tIns="50800" rIns="50800" bIns="50800" rtlCol="0" anchor="ctr"/>
            <a:lstStyle/>
            <a:p>
              <a:pPr algn="ctr">
                <a:lnSpc>
                  <a:spcPts val="2572"/>
                </a:lnSpc>
              </a:pPr>
              <a:endParaRPr/>
            </a:p>
          </p:txBody>
        </p:sp>
      </p:grpSp>
      <p:sp>
        <p:nvSpPr>
          <p:cNvPr id="19" name="TextBox 19"/>
          <p:cNvSpPr txBox="1"/>
          <p:nvPr/>
        </p:nvSpPr>
        <p:spPr>
          <a:xfrm>
            <a:off x="4271361" y="2316546"/>
            <a:ext cx="9889294" cy="4228323"/>
          </a:xfrm>
          <a:prstGeom prst="rect">
            <a:avLst/>
          </a:prstGeom>
        </p:spPr>
        <p:txBody>
          <a:bodyPr lIns="0" tIns="0" rIns="0" bIns="0" rtlCol="0" anchor="t">
            <a:spAutoFit/>
          </a:bodyPr>
          <a:lstStyle/>
          <a:p>
            <a:pPr algn="ctr">
              <a:lnSpc>
                <a:spcPts val="11153"/>
              </a:lnSpc>
            </a:pPr>
            <a:r>
              <a:rPr lang="en-US" sz="8851">
                <a:solidFill>
                  <a:srgbClr val="603A17"/>
                </a:solidFill>
                <a:latin typeface="Handelson Three"/>
                <a:ea typeface="Handelson Three"/>
                <a:cs typeface="Handelson Three"/>
                <a:sym typeface="Handelson Three"/>
              </a:rPr>
              <a:t>Improve your health</a:t>
            </a:r>
          </a:p>
          <a:p>
            <a:pPr algn="ctr">
              <a:lnSpc>
                <a:spcPts val="11153"/>
              </a:lnSpc>
            </a:pPr>
            <a:r>
              <a:rPr lang="en-US" sz="8851">
                <a:solidFill>
                  <a:srgbClr val="603A17"/>
                </a:solidFill>
                <a:latin typeface="Handelson Three"/>
                <a:ea typeface="Handelson Three"/>
                <a:cs typeface="Handelson Three"/>
                <a:sym typeface="Handelson Three"/>
              </a:rPr>
              <a:t>with a personalized</a:t>
            </a:r>
          </a:p>
          <a:p>
            <a:pPr algn="ctr">
              <a:lnSpc>
                <a:spcPts val="11153"/>
              </a:lnSpc>
            </a:pPr>
            <a:r>
              <a:rPr lang="en-US" sz="8851">
                <a:solidFill>
                  <a:srgbClr val="603A17"/>
                </a:solidFill>
                <a:latin typeface="Handelson Three"/>
                <a:ea typeface="Handelson Three"/>
                <a:cs typeface="Handelson Three"/>
                <a:sym typeface="Handelson Three"/>
              </a:rPr>
              <a:t>nutrition plan.</a:t>
            </a:r>
          </a:p>
        </p:txBody>
      </p:sp>
      <p:sp>
        <p:nvSpPr>
          <p:cNvPr id="20" name="TextBox 20"/>
          <p:cNvSpPr txBox="1"/>
          <p:nvPr/>
        </p:nvSpPr>
        <p:spPr>
          <a:xfrm>
            <a:off x="5726311" y="7175301"/>
            <a:ext cx="7235054" cy="385578"/>
          </a:xfrm>
          <a:prstGeom prst="rect">
            <a:avLst/>
          </a:prstGeom>
        </p:spPr>
        <p:txBody>
          <a:bodyPr lIns="0" tIns="0" rIns="0" bIns="0" rtlCol="0" anchor="t">
            <a:spAutoFit/>
          </a:bodyPr>
          <a:lstStyle/>
          <a:p>
            <a:pPr algn="ctr">
              <a:lnSpc>
                <a:spcPts val="3003"/>
              </a:lnSpc>
              <a:spcBef>
                <a:spcPct val="0"/>
              </a:spcBef>
            </a:pPr>
            <a:r>
              <a:rPr lang="en-US" sz="2657" b="1" spc="-66">
                <a:solidFill>
                  <a:srgbClr val="603A17"/>
                </a:solidFill>
                <a:latin typeface="Garet Bold"/>
                <a:ea typeface="Garet Bold"/>
                <a:cs typeface="Garet Bold"/>
                <a:sym typeface="Garet Bold"/>
              </a:rPr>
              <a:t>LARANA CENTER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sp>
        <p:nvSpPr>
          <p:cNvPr id="2" name="Freeform 2"/>
          <p:cNvSpPr/>
          <p:nvPr/>
        </p:nvSpPr>
        <p:spPr>
          <a:xfrm rot="925711">
            <a:off x="11290659" y="3338483"/>
            <a:ext cx="2538945" cy="3124855"/>
          </a:xfrm>
          <a:custGeom>
            <a:avLst/>
            <a:gdLst/>
            <a:ahLst/>
            <a:cxnLst/>
            <a:rect l="l" t="t" r="r" b="b"/>
            <a:pathLst>
              <a:path w="2538945" h="3124855">
                <a:moveTo>
                  <a:pt x="0" y="0"/>
                </a:moveTo>
                <a:lnTo>
                  <a:pt x="2538945" y="0"/>
                </a:lnTo>
                <a:lnTo>
                  <a:pt x="2538945" y="3124855"/>
                </a:lnTo>
                <a:lnTo>
                  <a:pt x="0" y="312485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3" name="Freeform 3"/>
          <p:cNvSpPr/>
          <p:nvPr/>
        </p:nvSpPr>
        <p:spPr>
          <a:xfrm rot="-720808">
            <a:off x="14379340" y="3034027"/>
            <a:ext cx="3249410" cy="2630545"/>
          </a:xfrm>
          <a:custGeom>
            <a:avLst/>
            <a:gdLst/>
            <a:ahLst/>
            <a:cxnLst/>
            <a:rect l="l" t="t" r="r" b="b"/>
            <a:pathLst>
              <a:path w="3492863" h="3217800">
                <a:moveTo>
                  <a:pt x="0" y="0"/>
                </a:moveTo>
                <a:lnTo>
                  <a:pt x="3492862" y="0"/>
                </a:lnTo>
                <a:lnTo>
                  <a:pt x="3492862" y="3217800"/>
                </a:lnTo>
                <a:lnTo>
                  <a:pt x="0" y="3217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4" name="Freeform 4"/>
          <p:cNvSpPr/>
          <p:nvPr/>
        </p:nvSpPr>
        <p:spPr>
          <a:xfrm rot="2572640">
            <a:off x="11511088" y="6920776"/>
            <a:ext cx="2121716" cy="3190551"/>
          </a:xfrm>
          <a:custGeom>
            <a:avLst/>
            <a:gdLst/>
            <a:ahLst/>
            <a:cxnLst/>
            <a:rect l="l" t="t" r="r" b="b"/>
            <a:pathLst>
              <a:path w="2121716" h="3190551">
                <a:moveTo>
                  <a:pt x="0" y="0"/>
                </a:moveTo>
                <a:lnTo>
                  <a:pt x="2121716" y="0"/>
                </a:lnTo>
                <a:lnTo>
                  <a:pt x="2121716" y="3190551"/>
                </a:lnTo>
                <a:lnTo>
                  <a:pt x="0" y="31905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
        <p:nvSpPr>
          <p:cNvPr id="5" name="Freeform 5"/>
          <p:cNvSpPr/>
          <p:nvPr/>
        </p:nvSpPr>
        <p:spPr>
          <a:xfrm>
            <a:off x="14224917" y="6056964"/>
            <a:ext cx="470624" cy="485179"/>
          </a:xfrm>
          <a:custGeom>
            <a:avLst/>
            <a:gdLst/>
            <a:ahLst/>
            <a:cxnLst/>
            <a:rect l="l" t="t" r="r" b="b"/>
            <a:pathLst>
              <a:path w="470624" h="485179">
                <a:moveTo>
                  <a:pt x="0" y="0"/>
                </a:moveTo>
                <a:lnTo>
                  <a:pt x="470624" y="0"/>
                </a:lnTo>
                <a:lnTo>
                  <a:pt x="470624" y="485179"/>
                </a:lnTo>
                <a:lnTo>
                  <a:pt x="0" y="4851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dirty="0"/>
          </a:p>
        </p:txBody>
      </p:sp>
      <p:sp>
        <p:nvSpPr>
          <p:cNvPr id="6" name="Freeform 6"/>
          <p:cNvSpPr/>
          <p:nvPr/>
        </p:nvSpPr>
        <p:spPr>
          <a:xfrm>
            <a:off x="11577069" y="3280781"/>
            <a:ext cx="470624" cy="485179"/>
          </a:xfrm>
          <a:custGeom>
            <a:avLst/>
            <a:gdLst/>
            <a:ahLst/>
            <a:cxnLst/>
            <a:rect l="l" t="t" r="r" b="b"/>
            <a:pathLst>
              <a:path w="470624" h="485179">
                <a:moveTo>
                  <a:pt x="0" y="0"/>
                </a:moveTo>
                <a:lnTo>
                  <a:pt x="470624" y="0"/>
                </a:lnTo>
                <a:lnTo>
                  <a:pt x="470624" y="485179"/>
                </a:lnTo>
                <a:lnTo>
                  <a:pt x="0" y="4851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7" name="Freeform 7"/>
          <p:cNvSpPr/>
          <p:nvPr/>
        </p:nvSpPr>
        <p:spPr>
          <a:xfrm rot="-806724">
            <a:off x="17526643" y="5269615"/>
            <a:ext cx="470624" cy="485179"/>
          </a:xfrm>
          <a:custGeom>
            <a:avLst/>
            <a:gdLst/>
            <a:ahLst/>
            <a:cxnLst/>
            <a:rect l="l" t="t" r="r" b="b"/>
            <a:pathLst>
              <a:path w="470624" h="485179">
                <a:moveTo>
                  <a:pt x="0" y="0"/>
                </a:moveTo>
                <a:lnTo>
                  <a:pt x="470624" y="0"/>
                </a:lnTo>
                <a:lnTo>
                  <a:pt x="470624" y="485179"/>
                </a:lnTo>
                <a:lnTo>
                  <a:pt x="0" y="4851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8" name="Freeform 8"/>
          <p:cNvSpPr/>
          <p:nvPr/>
        </p:nvSpPr>
        <p:spPr>
          <a:xfrm rot="-523911">
            <a:off x="14773977" y="6347809"/>
            <a:ext cx="3715495" cy="3952655"/>
          </a:xfrm>
          <a:custGeom>
            <a:avLst/>
            <a:gdLst/>
            <a:ahLst/>
            <a:cxnLst/>
            <a:rect l="l" t="t" r="r" b="b"/>
            <a:pathLst>
              <a:path w="3715495" h="3952655">
                <a:moveTo>
                  <a:pt x="0" y="0"/>
                </a:moveTo>
                <a:lnTo>
                  <a:pt x="3715495" y="0"/>
                </a:lnTo>
                <a:lnTo>
                  <a:pt x="3715495" y="3952655"/>
                </a:lnTo>
                <a:lnTo>
                  <a:pt x="0" y="395265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VN"/>
          </a:p>
        </p:txBody>
      </p:sp>
      <p:sp>
        <p:nvSpPr>
          <p:cNvPr id="9" name="Freeform 9"/>
          <p:cNvSpPr/>
          <p:nvPr/>
        </p:nvSpPr>
        <p:spPr>
          <a:xfrm rot="258353">
            <a:off x="15365266" y="361896"/>
            <a:ext cx="2532918" cy="2734594"/>
          </a:xfrm>
          <a:custGeom>
            <a:avLst/>
            <a:gdLst/>
            <a:ahLst/>
            <a:cxnLst/>
            <a:rect l="l" t="t" r="r" b="b"/>
            <a:pathLst>
              <a:path w="2532918" h="2734594">
                <a:moveTo>
                  <a:pt x="0" y="0"/>
                </a:moveTo>
                <a:lnTo>
                  <a:pt x="2532918" y="0"/>
                </a:lnTo>
                <a:lnTo>
                  <a:pt x="2532918" y="2734595"/>
                </a:lnTo>
                <a:lnTo>
                  <a:pt x="0" y="273459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VN"/>
          </a:p>
        </p:txBody>
      </p:sp>
      <p:sp>
        <p:nvSpPr>
          <p:cNvPr id="10" name="Freeform 10"/>
          <p:cNvSpPr/>
          <p:nvPr/>
        </p:nvSpPr>
        <p:spPr>
          <a:xfrm rot="-1484298">
            <a:off x="11271382" y="-92953"/>
            <a:ext cx="2667480" cy="3616923"/>
          </a:xfrm>
          <a:custGeom>
            <a:avLst/>
            <a:gdLst/>
            <a:ahLst/>
            <a:cxnLst/>
            <a:rect l="l" t="t" r="r" b="b"/>
            <a:pathLst>
              <a:path w="2667480" h="3616923">
                <a:moveTo>
                  <a:pt x="0" y="0"/>
                </a:moveTo>
                <a:lnTo>
                  <a:pt x="2667481" y="0"/>
                </a:lnTo>
                <a:lnTo>
                  <a:pt x="2667481" y="3616923"/>
                </a:lnTo>
                <a:lnTo>
                  <a:pt x="0" y="361692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VN"/>
          </a:p>
        </p:txBody>
      </p:sp>
      <p:sp>
        <p:nvSpPr>
          <p:cNvPr id="11" name="Freeform 11"/>
          <p:cNvSpPr/>
          <p:nvPr/>
        </p:nvSpPr>
        <p:spPr>
          <a:xfrm>
            <a:off x="1946425" y="1182462"/>
            <a:ext cx="311346" cy="311346"/>
          </a:xfrm>
          <a:custGeom>
            <a:avLst/>
            <a:gdLst/>
            <a:ahLst/>
            <a:cxnLst/>
            <a:rect l="l" t="t" r="r" b="b"/>
            <a:pathLst>
              <a:path w="311346" h="311346">
                <a:moveTo>
                  <a:pt x="0" y="0"/>
                </a:moveTo>
                <a:lnTo>
                  <a:pt x="311346" y="0"/>
                </a:lnTo>
                <a:lnTo>
                  <a:pt x="311346" y="311346"/>
                </a:lnTo>
                <a:lnTo>
                  <a:pt x="0" y="31134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VN"/>
          </a:p>
        </p:txBody>
      </p:sp>
      <p:sp>
        <p:nvSpPr>
          <p:cNvPr id="12" name="Freeform 12"/>
          <p:cNvSpPr/>
          <p:nvPr/>
        </p:nvSpPr>
        <p:spPr>
          <a:xfrm rot="3204645">
            <a:off x="13405596" y="3793858"/>
            <a:ext cx="504610" cy="829128"/>
          </a:xfrm>
          <a:custGeom>
            <a:avLst/>
            <a:gdLst/>
            <a:ahLst/>
            <a:cxnLst/>
            <a:rect l="l" t="t" r="r" b="b"/>
            <a:pathLst>
              <a:path w="837073" h="1546555">
                <a:moveTo>
                  <a:pt x="0" y="0"/>
                </a:moveTo>
                <a:lnTo>
                  <a:pt x="837073" y="0"/>
                </a:lnTo>
                <a:lnTo>
                  <a:pt x="837073" y="1546555"/>
                </a:lnTo>
                <a:lnTo>
                  <a:pt x="0" y="1546555"/>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VN"/>
          </a:p>
        </p:txBody>
      </p:sp>
      <p:sp>
        <p:nvSpPr>
          <p:cNvPr id="13" name="Freeform 13"/>
          <p:cNvSpPr/>
          <p:nvPr/>
        </p:nvSpPr>
        <p:spPr>
          <a:xfrm rot="-3568522">
            <a:off x="14086095" y="190161"/>
            <a:ext cx="1880855" cy="811119"/>
          </a:xfrm>
          <a:custGeom>
            <a:avLst/>
            <a:gdLst/>
            <a:ahLst/>
            <a:cxnLst/>
            <a:rect l="l" t="t" r="r" b="b"/>
            <a:pathLst>
              <a:path w="1880855" h="811119">
                <a:moveTo>
                  <a:pt x="0" y="0"/>
                </a:moveTo>
                <a:lnTo>
                  <a:pt x="1880855" y="0"/>
                </a:lnTo>
                <a:lnTo>
                  <a:pt x="1880855" y="811118"/>
                </a:lnTo>
                <a:lnTo>
                  <a:pt x="0" y="81111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VN"/>
          </a:p>
        </p:txBody>
      </p:sp>
      <p:sp>
        <p:nvSpPr>
          <p:cNvPr id="14" name="TextBox 14"/>
          <p:cNvSpPr txBox="1"/>
          <p:nvPr/>
        </p:nvSpPr>
        <p:spPr>
          <a:xfrm>
            <a:off x="1731479" y="4163894"/>
            <a:ext cx="8473409" cy="4044392"/>
          </a:xfrm>
          <a:prstGeom prst="rect">
            <a:avLst/>
          </a:prstGeom>
        </p:spPr>
        <p:txBody>
          <a:bodyPr lIns="0" tIns="0" rIns="0" bIns="0" rtlCol="0" anchor="t">
            <a:spAutoFit/>
          </a:bodyPr>
          <a:lstStyle/>
          <a:p>
            <a:pPr algn="l">
              <a:lnSpc>
                <a:spcPts val="30896"/>
              </a:lnSpc>
            </a:pPr>
            <a:r>
              <a:rPr lang="en-US" sz="27342" spc="2214">
                <a:solidFill>
                  <a:srgbClr val="603A17"/>
                </a:solidFill>
                <a:latin typeface="Bobby Jones Condensed Soft"/>
                <a:ea typeface="Bobby Jones Condensed Soft"/>
                <a:cs typeface="Bobby Jones Condensed Soft"/>
                <a:sym typeface="Bobby Jones Condensed Soft"/>
              </a:rPr>
              <a:t>YOU</a:t>
            </a:r>
          </a:p>
        </p:txBody>
      </p:sp>
      <p:sp>
        <p:nvSpPr>
          <p:cNvPr id="15" name="TextBox 15"/>
          <p:cNvSpPr txBox="1"/>
          <p:nvPr/>
        </p:nvSpPr>
        <p:spPr>
          <a:xfrm>
            <a:off x="2199763" y="8132224"/>
            <a:ext cx="8005125" cy="383826"/>
          </a:xfrm>
          <a:prstGeom prst="rect">
            <a:avLst/>
          </a:prstGeom>
        </p:spPr>
        <p:txBody>
          <a:bodyPr lIns="0" tIns="0" rIns="0" bIns="0" rtlCol="0" anchor="t">
            <a:spAutoFit/>
          </a:bodyPr>
          <a:lstStyle/>
          <a:p>
            <a:pPr algn="l">
              <a:lnSpc>
                <a:spcPts val="3021"/>
              </a:lnSpc>
              <a:spcBef>
                <a:spcPct val="0"/>
              </a:spcBef>
            </a:pPr>
            <a:r>
              <a:rPr lang="en-US" sz="2674" spc="-66">
                <a:solidFill>
                  <a:srgbClr val="FFFFFF"/>
                </a:solidFill>
                <a:latin typeface="Garet"/>
                <a:ea typeface="Garet"/>
                <a:cs typeface="Garet"/>
                <a:sym typeface="Garet"/>
              </a:rPr>
              <a:t>www.reallygreatsite.com</a:t>
            </a:r>
          </a:p>
        </p:txBody>
      </p:sp>
      <p:sp>
        <p:nvSpPr>
          <p:cNvPr id="16" name="TextBox 16"/>
          <p:cNvSpPr txBox="1"/>
          <p:nvPr/>
        </p:nvSpPr>
        <p:spPr>
          <a:xfrm>
            <a:off x="1731479" y="2326177"/>
            <a:ext cx="8473409" cy="2879566"/>
          </a:xfrm>
          <a:prstGeom prst="rect">
            <a:avLst/>
          </a:prstGeom>
        </p:spPr>
        <p:txBody>
          <a:bodyPr lIns="0" tIns="0" rIns="0" bIns="0" rtlCol="0" anchor="t">
            <a:spAutoFit/>
          </a:bodyPr>
          <a:lstStyle/>
          <a:p>
            <a:pPr algn="l">
              <a:lnSpc>
                <a:spcPts val="22300"/>
              </a:lnSpc>
            </a:pPr>
            <a:r>
              <a:rPr lang="en-US" sz="19735">
                <a:solidFill>
                  <a:srgbClr val="603A17"/>
                </a:solidFill>
                <a:latin typeface="Handelson Three"/>
                <a:ea typeface="Handelson Three"/>
                <a:cs typeface="Handelson Three"/>
                <a:sym typeface="Handelson Three"/>
              </a:rPr>
              <a:t>Thank</a:t>
            </a:r>
          </a:p>
        </p:txBody>
      </p:sp>
      <p:sp>
        <p:nvSpPr>
          <p:cNvPr id="17" name="TextBox 17"/>
          <p:cNvSpPr txBox="1"/>
          <p:nvPr/>
        </p:nvSpPr>
        <p:spPr>
          <a:xfrm>
            <a:off x="2354639" y="1168768"/>
            <a:ext cx="4764272" cy="325041"/>
          </a:xfrm>
          <a:prstGeom prst="rect">
            <a:avLst/>
          </a:prstGeom>
        </p:spPr>
        <p:txBody>
          <a:bodyPr lIns="0" tIns="0" rIns="0" bIns="0" rtlCol="0" anchor="t">
            <a:spAutoFit/>
          </a:bodyPr>
          <a:lstStyle/>
          <a:p>
            <a:pPr algn="l">
              <a:lnSpc>
                <a:spcPts val="2572"/>
              </a:lnSpc>
              <a:spcBef>
                <a:spcPct val="0"/>
              </a:spcBef>
            </a:pPr>
            <a:r>
              <a:rPr lang="en-US" sz="2276" b="1" spc="-56">
                <a:solidFill>
                  <a:srgbClr val="603A17"/>
                </a:solidFill>
                <a:latin typeface="Garet Bold"/>
                <a:ea typeface="Garet Bold"/>
                <a:cs typeface="Garet Bold"/>
                <a:sym typeface="Garet Bold"/>
              </a:rPr>
              <a:t>Larana Center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EFAF8"/>
        </a:solidFill>
        <a:effectLst/>
      </p:bgPr>
    </p:bg>
    <p:spTree>
      <p:nvGrpSpPr>
        <p:cNvPr id="1" name=""/>
        <p:cNvGrpSpPr/>
        <p:nvPr/>
      </p:nvGrpSpPr>
      <p:grpSpPr>
        <a:xfrm>
          <a:off x="0" y="0"/>
          <a:ext cx="0" cy="0"/>
          <a:chOff x="0" y="0"/>
          <a:chExt cx="0" cy="0"/>
        </a:xfrm>
      </p:grpSpPr>
      <p:sp>
        <p:nvSpPr>
          <p:cNvPr id="2" name="Freeform 2"/>
          <p:cNvSpPr/>
          <p:nvPr/>
        </p:nvSpPr>
        <p:spPr>
          <a:xfrm>
            <a:off x="12269333" y="4820504"/>
            <a:ext cx="1565406" cy="1953704"/>
          </a:xfrm>
          <a:custGeom>
            <a:avLst/>
            <a:gdLst/>
            <a:ahLst/>
            <a:cxnLst/>
            <a:rect l="l" t="t" r="r" b="b"/>
            <a:pathLst>
              <a:path w="1565406" h="1953704">
                <a:moveTo>
                  <a:pt x="0" y="0"/>
                </a:moveTo>
                <a:lnTo>
                  <a:pt x="1565406" y="0"/>
                </a:lnTo>
                <a:lnTo>
                  <a:pt x="1565406" y="1953704"/>
                </a:lnTo>
                <a:lnTo>
                  <a:pt x="0" y="19537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VN"/>
          </a:p>
        </p:txBody>
      </p:sp>
      <p:sp>
        <p:nvSpPr>
          <p:cNvPr id="3" name="Freeform 3"/>
          <p:cNvSpPr/>
          <p:nvPr/>
        </p:nvSpPr>
        <p:spPr>
          <a:xfrm rot="1317568">
            <a:off x="12279059" y="3158984"/>
            <a:ext cx="1432144" cy="1016822"/>
          </a:xfrm>
          <a:custGeom>
            <a:avLst/>
            <a:gdLst/>
            <a:ahLst/>
            <a:cxnLst/>
            <a:rect l="l" t="t" r="r" b="b"/>
            <a:pathLst>
              <a:path w="1432144" h="1016822">
                <a:moveTo>
                  <a:pt x="0" y="0"/>
                </a:moveTo>
                <a:lnTo>
                  <a:pt x="1432144" y="0"/>
                </a:lnTo>
                <a:lnTo>
                  <a:pt x="1432144" y="1016822"/>
                </a:lnTo>
                <a:lnTo>
                  <a:pt x="0" y="101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
        <p:nvSpPr>
          <p:cNvPr id="4" name="Freeform 4"/>
          <p:cNvSpPr/>
          <p:nvPr/>
        </p:nvSpPr>
        <p:spPr>
          <a:xfrm>
            <a:off x="6516729" y="6965420"/>
            <a:ext cx="1964029" cy="1529487"/>
          </a:xfrm>
          <a:custGeom>
            <a:avLst/>
            <a:gdLst/>
            <a:ahLst/>
            <a:cxnLst/>
            <a:rect l="l" t="t" r="r" b="b"/>
            <a:pathLst>
              <a:path w="1964029" h="1529487">
                <a:moveTo>
                  <a:pt x="0" y="0"/>
                </a:moveTo>
                <a:lnTo>
                  <a:pt x="1964029" y="0"/>
                </a:lnTo>
                <a:lnTo>
                  <a:pt x="1964029" y="1529487"/>
                </a:lnTo>
                <a:lnTo>
                  <a:pt x="0" y="152948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VN"/>
          </a:p>
        </p:txBody>
      </p:sp>
      <p:sp>
        <p:nvSpPr>
          <p:cNvPr id="5" name="Freeform 5"/>
          <p:cNvSpPr/>
          <p:nvPr/>
        </p:nvSpPr>
        <p:spPr>
          <a:xfrm>
            <a:off x="10985151" y="5344000"/>
            <a:ext cx="976925" cy="1520507"/>
          </a:xfrm>
          <a:custGeom>
            <a:avLst/>
            <a:gdLst/>
            <a:ahLst/>
            <a:cxnLst/>
            <a:rect l="l" t="t" r="r" b="b"/>
            <a:pathLst>
              <a:path w="976925" h="1520507">
                <a:moveTo>
                  <a:pt x="0" y="0"/>
                </a:moveTo>
                <a:lnTo>
                  <a:pt x="976926" y="0"/>
                </a:lnTo>
                <a:lnTo>
                  <a:pt x="976926" y="1520506"/>
                </a:lnTo>
                <a:lnTo>
                  <a:pt x="0" y="152050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VN"/>
          </a:p>
        </p:txBody>
      </p:sp>
      <p:sp>
        <p:nvSpPr>
          <p:cNvPr id="6" name="Freeform 6"/>
          <p:cNvSpPr/>
          <p:nvPr/>
        </p:nvSpPr>
        <p:spPr>
          <a:xfrm>
            <a:off x="8884253" y="3079917"/>
            <a:ext cx="847444" cy="1451724"/>
          </a:xfrm>
          <a:custGeom>
            <a:avLst/>
            <a:gdLst/>
            <a:ahLst/>
            <a:cxnLst/>
            <a:rect l="l" t="t" r="r" b="b"/>
            <a:pathLst>
              <a:path w="847444" h="1451724">
                <a:moveTo>
                  <a:pt x="0" y="0"/>
                </a:moveTo>
                <a:lnTo>
                  <a:pt x="847443" y="0"/>
                </a:lnTo>
                <a:lnTo>
                  <a:pt x="847443" y="1451724"/>
                </a:lnTo>
                <a:lnTo>
                  <a:pt x="0" y="145172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VN"/>
          </a:p>
        </p:txBody>
      </p:sp>
      <p:sp>
        <p:nvSpPr>
          <p:cNvPr id="7" name="Freeform 7"/>
          <p:cNvSpPr/>
          <p:nvPr/>
        </p:nvSpPr>
        <p:spPr>
          <a:xfrm>
            <a:off x="9894958" y="3079917"/>
            <a:ext cx="846234" cy="1451724"/>
          </a:xfrm>
          <a:custGeom>
            <a:avLst/>
            <a:gdLst/>
            <a:ahLst/>
            <a:cxnLst/>
            <a:rect l="l" t="t" r="r" b="b"/>
            <a:pathLst>
              <a:path w="846234" h="1451724">
                <a:moveTo>
                  <a:pt x="0" y="0"/>
                </a:moveTo>
                <a:lnTo>
                  <a:pt x="846234" y="0"/>
                </a:lnTo>
                <a:lnTo>
                  <a:pt x="846234" y="1451724"/>
                </a:lnTo>
                <a:lnTo>
                  <a:pt x="0" y="14517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VN"/>
          </a:p>
        </p:txBody>
      </p:sp>
      <p:sp>
        <p:nvSpPr>
          <p:cNvPr id="8" name="Freeform 8"/>
          <p:cNvSpPr/>
          <p:nvPr/>
        </p:nvSpPr>
        <p:spPr>
          <a:xfrm rot="860772">
            <a:off x="8048153" y="4990639"/>
            <a:ext cx="2141045" cy="808244"/>
          </a:xfrm>
          <a:custGeom>
            <a:avLst/>
            <a:gdLst/>
            <a:ahLst/>
            <a:cxnLst/>
            <a:rect l="l" t="t" r="r" b="b"/>
            <a:pathLst>
              <a:path w="2141045" h="808244">
                <a:moveTo>
                  <a:pt x="0" y="0"/>
                </a:moveTo>
                <a:lnTo>
                  <a:pt x="2141045" y="0"/>
                </a:lnTo>
                <a:lnTo>
                  <a:pt x="2141045" y="808244"/>
                </a:lnTo>
                <a:lnTo>
                  <a:pt x="0" y="80824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VN"/>
          </a:p>
        </p:txBody>
      </p:sp>
      <p:sp>
        <p:nvSpPr>
          <p:cNvPr id="9" name="Freeform 9"/>
          <p:cNvSpPr/>
          <p:nvPr/>
        </p:nvSpPr>
        <p:spPr>
          <a:xfrm>
            <a:off x="4959887" y="3279889"/>
            <a:ext cx="1702118" cy="1370205"/>
          </a:xfrm>
          <a:custGeom>
            <a:avLst/>
            <a:gdLst/>
            <a:ahLst/>
            <a:cxnLst/>
            <a:rect l="l" t="t" r="r" b="b"/>
            <a:pathLst>
              <a:path w="1702118" h="1370205">
                <a:moveTo>
                  <a:pt x="0" y="0"/>
                </a:moveTo>
                <a:lnTo>
                  <a:pt x="1702118" y="0"/>
                </a:lnTo>
                <a:lnTo>
                  <a:pt x="1702118" y="1370204"/>
                </a:lnTo>
                <a:lnTo>
                  <a:pt x="0" y="137020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VN"/>
          </a:p>
        </p:txBody>
      </p:sp>
      <p:sp>
        <p:nvSpPr>
          <p:cNvPr id="10" name="Freeform 10"/>
          <p:cNvSpPr/>
          <p:nvPr/>
        </p:nvSpPr>
        <p:spPr>
          <a:xfrm>
            <a:off x="3305461" y="2928094"/>
            <a:ext cx="1260794" cy="1147322"/>
          </a:xfrm>
          <a:custGeom>
            <a:avLst/>
            <a:gdLst/>
            <a:ahLst/>
            <a:cxnLst/>
            <a:rect l="l" t="t" r="r" b="b"/>
            <a:pathLst>
              <a:path w="1260794" h="1147322">
                <a:moveTo>
                  <a:pt x="0" y="0"/>
                </a:moveTo>
                <a:lnTo>
                  <a:pt x="1260794" y="0"/>
                </a:lnTo>
                <a:lnTo>
                  <a:pt x="1260794" y="1147322"/>
                </a:lnTo>
                <a:lnTo>
                  <a:pt x="0" y="114732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VN"/>
          </a:p>
        </p:txBody>
      </p:sp>
      <p:sp>
        <p:nvSpPr>
          <p:cNvPr id="11" name="Freeform 11"/>
          <p:cNvSpPr/>
          <p:nvPr/>
        </p:nvSpPr>
        <p:spPr>
          <a:xfrm>
            <a:off x="4912536" y="4739640"/>
            <a:ext cx="1796819" cy="1650828"/>
          </a:xfrm>
          <a:custGeom>
            <a:avLst/>
            <a:gdLst/>
            <a:ahLst/>
            <a:cxnLst/>
            <a:rect l="l" t="t" r="r" b="b"/>
            <a:pathLst>
              <a:path w="1796819" h="1650828">
                <a:moveTo>
                  <a:pt x="0" y="0"/>
                </a:moveTo>
                <a:lnTo>
                  <a:pt x="1796820" y="0"/>
                </a:lnTo>
                <a:lnTo>
                  <a:pt x="1796820" y="1650827"/>
                </a:lnTo>
                <a:lnTo>
                  <a:pt x="0" y="1650827"/>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VN"/>
          </a:p>
        </p:txBody>
      </p:sp>
      <p:sp>
        <p:nvSpPr>
          <p:cNvPr id="12" name="Freeform 12"/>
          <p:cNvSpPr/>
          <p:nvPr/>
        </p:nvSpPr>
        <p:spPr>
          <a:xfrm>
            <a:off x="1168292" y="3398341"/>
            <a:ext cx="1743537" cy="1133299"/>
          </a:xfrm>
          <a:custGeom>
            <a:avLst/>
            <a:gdLst/>
            <a:ahLst/>
            <a:cxnLst/>
            <a:rect l="l" t="t" r="r" b="b"/>
            <a:pathLst>
              <a:path w="1743537" h="1133299">
                <a:moveTo>
                  <a:pt x="0" y="0"/>
                </a:moveTo>
                <a:lnTo>
                  <a:pt x="1743537" y="0"/>
                </a:lnTo>
                <a:lnTo>
                  <a:pt x="1743537" y="1133300"/>
                </a:lnTo>
                <a:lnTo>
                  <a:pt x="0" y="113330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VN"/>
          </a:p>
        </p:txBody>
      </p:sp>
      <p:sp>
        <p:nvSpPr>
          <p:cNvPr id="13" name="Freeform 13"/>
          <p:cNvSpPr/>
          <p:nvPr/>
        </p:nvSpPr>
        <p:spPr>
          <a:xfrm>
            <a:off x="9965160" y="7058873"/>
            <a:ext cx="1365975" cy="1333533"/>
          </a:xfrm>
          <a:custGeom>
            <a:avLst/>
            <a:gdLst/>
            <a:ahLst/>
            <a:cxnLst/>
            <a:rect l="l" t="t" r="r" b="b"/>
            <a:pathLst>
              <a:path w="1365975" h="1333533">
                <a:moveTo>
                  <a:pt x="0" y="0"/>
                </a:moveTo>
                <a:lnTo>
                  <a:pt x="1365975" y="0"/>
                </a:lnTo>
                <a:lnTo>
                  <a:pt x="1365975" y="1333533"/>
                </a:lnTo>
                <a:lnTo>
                  <a:pt x="0" y="1333533"/>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VN"/>
          </a:p>
        </p:txBody>
      </p:sp>
      <p:sp>
        <p:nvSpPr>
          <p:cNvPr id="14" name="Freeform 14"/>
          <p:cNvSpPr/>
          <p:nvPr/>
        </p:nvSpPr>
        <p:spPr>
          <a:xfrm>
            <a:off x="6813528" y="5757132"/>
            <a:ext cx="2259955" cy="945415"/>
          </a:xfrm>
          <a:custGeom>
            <a:avLst/>
            <a:gdLst/>
            <a:ahLst/>
            <a:cxnLst/>
            <a:rect l="l" t="t" r="r" b="b"/>
            <a:pathLst>
              <a:path w="2259955" h="945415">
                <a:moveTo>
                  <a:pt x="0" y="0"/>
                </a:moveTo>
                <a:lnTo>
                  <a:pt x="2259955" y="0"/>
                </a:lnTo>
                <a:lnTo>
                  <a:pt x="2259955" y="945414"/>
                </a:lnTo>
                <a:lnTo>
                  <a:pt x="0" y="945414"/>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VN"/>
          </a:p>
        </p:txBody>
      </p:sp>
      <p:sp>
        <p:nvSpPr>
          <p:cNvPr id="15" name="Freeform 15"/>
          <p:cNvSpPr/>
          <p:nvPr/>
        </p:nvSpPr>
        <p:spPr>
          <a:xfrm>
            <a:off x="3231160" y="4355657"/>
            <a:ext cx="1358971" cy="1976685"/>
          </a:xfrm>
          <a:custGeom>
            <a:avLst/>
            <a:gdLst/>
            <a:ahLst/>
            <a:cxnLst/>
            <a:rect l="l" t="t" r="r" b="b"/>
            <a:pathLst>
              <a:path w="1358971" h="1976685">
                <a:moveTo>
                  <a:pt x="0" y="0"/>
                </a:moveTo>
                <a:lnTo>
                  <a:pt x="1358970" y="0"/>
                </a:lnTo>
                <a:lnTo>
                  <a:pt x="1358970" y="1976685"/>
                </a:lnTo>
                <a:lnTo>
                  <a:pt x="0" y="1976685"/>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VN"/>
          </a:p>
        </p:txBody>
      </p:sp>
      <p:sp>
        <p:nvSpPr>
          <p:cNvPr id="16" name="Freeform 16"/>
          <p:cNvSpPr/>
          <p:nvPr/>
        </p:nvSpPr>
        <p:spPr>
          <a:xfrm>
            <a:off x="1360952" y="4739640"/>
            <a:ext cx="1870207" cy="1538246"/>
          </a:xfrm>
          <a:custGeom>
            <a:avLst/>
            <a:gdLst/>
            <a:ahLst/>
            <a:cxnLst/>
            <a:rect l="l" t="t" r="r" b="b"/>
            <a:pathLst>
              <a:path w="1870207" h="1538246">
                <a:moveTo>
                  <a:pt x="0" y="0"/>
                </a:moveTo>
                <a:lnTo>
                  <a:pt x="1870208" y="0"/>
                </a:lnTo>
                <a:lnTo>
                  <a:pt x="1870208" y="1538245"/>
                </a:lnTo>
                <a:lnTo>
                  <a:pt x="0" y="1538245"/>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VN"/>
          </a:p>
        </p:txBody>
      </p:sp>
      <p:sp>
        <p:nvSpPr>
          <p:cNvPr id="17" name="Freeform 17"/>
          <p:cNvSpPr/>
          <p:nvPr/>
        </p:nvSpPr>
        <p:spPr>
          <a:xfrm>
            <a:off x="4952137" y="6611445"/>
            <a:ext cx="1457805" cy="1976685"/>
          </a:xfrm>
          <a:custGeom>
            <a:avLst/>
            <a:gdLst/>
            <a:ahLst/>
            <a:cxnLst/>
            <a:rect l="l" t="t" r="r" b="b"/>
            <a:pathLst>
              <a:path w="1457805" h="1976685">
                <a:moveTo>
                  <a:pt x="0" y="0"/>
                </a:moveTo>
                <a:lnTo>
                  <a:pt x="1457805" y="0"/>
                </a:lnTo>
                <a:lnTo>
                  <a:pt x="1457805" y="1976684"/>
                </a:lnTo>
                <a:lnTo>
                  <a:pt x="0" y="1976684"/>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VN"/>
          </a:p>
        </p:txBody>
      </p:sp>
      <p:sp>
        <p:nvSpPr>
          <p:cNvPr id="18" name="Freeform 18"/>
          <p:cNvSpPr/>
          <p:nvPr/>
        </p:nvSpPr>
        <p:spPr>
          <a:xfrm>
            <a:off x="4044777" y="6611445"/>
            <a:ext cx="761361" cy="1780962"/>
          </a:xfrm>
          <a:custGeom>
            <a:avLst/>
            <a:gdLst/>
            <a:ahLst/>
            <a:cxnLst/>
            <a:rect l="l" t="t" r="r" b="b"/>
            <a:pathLst>
              <a:path w="761361" h="1780962">
                <a:moveTo>
                  <a:pt x="0" y="0"/>
                </a:moveTo>
                <a:lnTo>
                  <a:pt x="761361" y="0"/>
                </a:lnTo>
                <a:lnTo>
                  <a:pt x="761361" y="1780961"/>
                </a:lnTo>
                <a:lnTo>
                  <a:pt x="0" y="1780961"/>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VN"/>
          </a:p>
        </p:txBody>
      </p:sp>
      <p:sp>
        <p:nvSpPr>
          <p:cNvPr id="19" name="Freeform 19"/>
          <p:cNvSpPr/>
          <p:nvPr/>
        </p:nvSpPr>
        <p:spPr>
          <a:xfrm>
            <a:off x="2931830" y="6608567"/>
            <a:ext cx="747262" cy="1780962"/>
          </a:xfrm>
          <a:custGeom>
            <a:avLst/>
            <a:gdLst/>
            <a:ahLst/>
            <a:cxnLst/>
            <a:rect l="l" t="t" r="r" b="b"/>
            <a:pathLst>
              <a:path w="747262" h="1780962">
                <a:moveTo>
                  <a:pt x="0" y="0"/>
                </a:moveTo>
                <a:lnTo>
                  <a:pt x="747262" y="0"/>
                </a:lnTo>
                <a:lnTo>
                  <a:pt x="747262" y="1780962"/>
                </a:lnTo>
                <a:lnTo>
                  <a:pt x="0" y="1780962"/>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VN"/>
          </a:p>
        </p:txBody>
      </p:sp>
      <p:sp>
        <p:nvSpPr>
          <p:cNvPr id="20" name="Freeform 20"/>
          <p:cNvSpPr/>
          <p:nvPr/>
        </p:nvSpPr>
        <p:spPr>
          <a:xfrm>
            <a:off x="1360952" y="6611445"/>
            <a:ext cx="1124232" cy="1780962"/>
          </a:xfrm>
          <a:custGeom>
            <a:avLst/>
            <a:gdLst/>
            <a:ahLst/>
            <a:cxnLst/>
            <a:rect l="l" t="t" r="r" b="b"/>
            <a:pathLst>
              <a:path w="1124232" h="1780962">
                <a:moveTo>
                  <a:pt x="0" y="0"/>
                </a:moveTo>
                <a:lnTo>
                  <a:pt x="1124232" y="0"/>
                </a:lnTo>
                <a:lnTo>
                  <a:pt x="1124232" y="1780961"/>
                </a:lnTo>
                <a:lnTo>
                  <a:pt x="0" y="1780961"/>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VN"/>
          </a:p>
        </p:txBody>
      </p:sp>
      <p:sp>
        <p:nvSpPr>
          <p:cNvPr id="21" name="Freeform 21"/>
          <p:cNvSpPr/>
          <p:nvPr/>
        </p:nvSpPr>
        <p:spPr>
          <a:xfrm>
            <a:off x="11748670" y="7327604"/>
            <a:ext cx="1485156" cy="1260526"/>
          </a:xfrm>
          <a:custGeom>
            <a:avLst/>
            <a:gdLst/>
            <a:ahLst/>
            <a:cxnLst/>
            <a:rect l="l" t="t" r="r" b="b"/>
            <a:pathLst>
              <a:path w="1485156" h="1260526">
                <a:moveTo>
                  <a:pt x="0" y="0"/>
                </a:moveTo>
                <a:lnTo>
                  <a:pt x="1485156" y="0"/>
                </a:lnTo>
                <a:lnTo>
                  <a:pt x="1485156" y="1260525"/>
                </a:lnTo>
                <a:lnTo>
                  <a:pt x="0" y="1260525"/>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VN"/>
          </a:p>
        </p:txBody>
      </p:sp>
      <p:sp>
        <p:nvSpPr>
          <p:cNvPr id="22" name="Freeform 22"/>
          <p:cNvSpPr/>
          <p:nvPr/>
        </p:nvSpPr>
        <p:spPr>
          <a:xfrm>
            <a:off x="6860255" y="3279889"/>
            <a:ext cx="1506866" cy="1600920"/>
          </a:xfrm>
          <a:custGeom>
            <a:avLst/>
            <a:gdLst/>
            <a:ahLst/>
            <a:cxnLst/>
            <a:rect l="l" t="t" r="r" b="b"/>
            <a:pathLst>
              <a:path w="1506866" h="1600920">
                <a:moveTo>
                  <a:pt x="0" y="0"/>
                </a:moveTo>
                <a:lnTo>
                  <a:pt x="1506866" y="0"/>
                </a:lnTo>
                <a:lnTo>
                  <a:pt x="1506866" y="1600919"/>
                </a:lnTo>
                <a:lnTo>
                  <a:pt x="0" y="1600919"/>
                </a:lnTo>
                <a:lnTo>
                  <a:pt x="0" y="0"/>
                </a:lnTo>
                <a:close/>
              </a:path>
            </a:pathLst>
          </a:custGeom>
          <a:blipFill>
            <a:blip r:embed="rId42">
              <a:extLst>
                <a:ext uri="{96DAC541-7B7A-43D3-8B79-37D633B846F1}">
                  <asvg:svgBlip xmlns:asvg="http://schemas.microsoft.com/office/drawing/2016/SVG/main" r:embed="rId43"/>
                </a:ext>
              </a:extLst>
            </a:blip>
            <a:stretch>
              <a:fillRect/>
            </a:stretch>
          </a:blipFill>
        </p:spPr>
        <p:txBody>
          <a:bodyPr/>
          <a:lstStyle/>
          <a:p>
            <a:endParaRPr lang="en-VN"/>
          </a:p>
        </p:txBody>
      </p:sp>
      <p:sp>
        <p:nvSpPr>
          <p:cNvPr id="23" name="Freeform 23"/>
          <p:cNvSpPr/>
          <p:nvPr/>
        </p:nvSpPr>
        <p:spPr>
          <a:xfrm>
            <a:off x="9369496" y="5916429"/>
            <a:ext cx="886453" cy="948078"/>
          </a:xfrm>
          <a:custGeom>
            <a:avLst/>
            <a:gdLst/>
            <a:ahLst/>
            <a:cxnLst/>
            <a:rect l="l" t="t" r="r" b="b"/>
            <a:pathLst>
              <a:path w="886453" h="948078">
                <a:moveTo>
                  <a:pt x="0" y="0"/>
                </a:moveTo>
                <a:lnTo>
                  <a:pt x="886453" y="0"/>
                </a:lnTo>
                <a:lnTo>
                  <a:pt x="886453" y="948077"/>
                </a:lnTo>
                <a:lnTo>
                  <a:pt x="0" y="948077"/>
                </a:lnTo>
                <a:lnTo>
                  <a:pt x="0" y="0"/>
                </a:lnTo>
                <a:close/>
              </a:path>
            </a:pathLst>
          </a:custGeom>
          <a:blipFill>
            <a:blip r:embed="rId44">
              <a:extLst>
                <a:ext uri="{96DAC541-7B7A-43D3-8B79-37D633B846F1}">
                  <asvg:svgBlip xmlns:asvg="http://schemas.microsoft.com/office/drawing/2016/SVG/main" r:embed="rId45"/>
                </a:ext>
              </a:extLst>
            </a:blip>
            <a:stretch>
              <a:fillRect/>
            </a:stretch>
          </a:blipFill>
        </p:spPr>
        <p:txBody>
          <a:bodyPr/>
          <a:lstStyle/>
          <a:p>
            <a:endParaRPr lang="en-VN"/>
          </a:p>
        </p:txBody>
      </p:sp>
      <p:sp>
        <p:nvSpPr>
          <p:cNvPr id="24" name="Freeform 24"/>
          <p:cNvSpPr/>
          <p:nvPr/>
        </p:nvSpPr>
        <p:spPr>
          <a:xfrm rot="2572640">
            <a:off x="8619714" y="6937643"/>
            <a:ext cx="1054052" cy="1585041"/>
          </a:xfrm>
          <a:custGeom>
            <a:avLst/>
            <a:gdLst/>
            <a:ahLst/>
            <a:cxnLst/>
            <a:rect l="l" t="t" r="r" b="b"/>
            <a:pathLst>
              <a:path w="1054052" h="1585041">
                <a:moveTo>
                  <a:pt x="0" y="0"/>
                </a:moveTo>
                <a:lnTo>
                  <a:pt x="1054052" y="0"/>
                </a:lnTo>
                <a:lnTo>
                  <a:pt x="1054052" y="1585041"/>
                </a:lnTo>
                <a:lnTo>
                  <a:pt x="0" y="1585041"/>
                </a:lnTo>
                <a:lnTo>
                  <a:pt x="0" y="0"/>
                </a:lnTo>
                <a:close/>
              </a:path>
            </a:pathLst>
          </a:custGeom>
          <a:blipFill>
            <a:blip r:embed="rId46">
              <a:extLst>
                <a:ext uri="{96DAC541-7B7A-43D3-8B79-37D633B846F1}">
                  <asvg:svgBlip xmlns:asvg="http://schemas.microsoft.com/office/drawing/2016/SVG/main" r:embed="rId47"/>
                </a:ext>
              </a:extLst>
            </a:blip>
            <a:stretch>
              <a:fillRect/>
            </a:stretch>
          </a:blipFill>
        </p:spPr>
        <p:txBody>
          <a:bodyPr/>
          <a:lstStyle/>
          <a:p>
            <a:endParaRPr lang="en-VN"/>
          </a:p>
        </p:txBody>
      </p:sp>
      <p:sp>
        <p:nvSpPr>
          <p:cNvPr id="25" name="Freeform 25"/>
          <p:cNvSpPr/>
          <p:nvPr/>
        </p:nvSpPr>
        <p:spPr>
          <a:xfrm rot="2912170">
            <a:off x="10741192" y="3523179"/>
            <a:ext cx="2017303" cy="552237"/>
          </a:xfrm>
          <a:custGeom>
            <a:avLst/>
            <a:gdLst/>
            <a:ahLst/>
            <a:cxnLst/>
            <a:rect l="l" t="t" r="r" b="b"/>
            <a:pathLst>
              <a:path w="2017303" h="552237">
                <a:moveTo>
                  <a:pt x="0" y="0"/>
                </a:moveTo>
                <a:lnTo>
                  <a:pt x="2017303" y="0"/>
                </a:lnTo>
                <a:lnTo>
                  <a:pt x="2017303" y="552237"/>
                </a:lnTo>
                <a:lnTo>
                  <a:pt x="0" y="552237"/>
                </a:lnTo>
                <a:lnTo>
                  <a:pt x="0" y="0"/>
                </a:lnTo>
                <a:close/>
              </a:path>
            </a:pathLst>
          </a:custGeom>
          <a:blipFill>
            <a:blip r:embed="rId48">
              <a:extLst>
                <a:ext uri="{96DAC541-7B7A-43D3-8B79-37D633B846F1}">
                  <asvg:svgBlip xmlns:asvg="http://schemas.microsoft.com/office/drawing/2016/SVG/main" r:embed="rId49"/>
                </a:ext>
              </a:extLst>
            </a:blip>
            <a:stretch>
              <a:fillRect/>
            </a:stretch>
          </a:blipFill>
        </p:spPr>
        <p:txBody>
          <a:bodyPr/>
          <a:lstStyle/>
          <a:p>
            <a:endParaRPr lang="en-VN"/>
          </a:p>
        </p:txBody>
      </p:sp>
      <p:sp>
        <p:nvSpPr>
          <p:cNvPr id="26" name="Freeform 26"/>
          <p:cNvSpPr/>
          <p:nvPr/>
        </p:nvSpPr>
        <p:spPr>
          <a:xfrm>
            <a:off x="13409726" y="6774208"/>
            <a:ext cx="1340945" cy="1895329"/>
          </a:xfrm>
          <a:custGeom>
            <a:avLst/>
            <a:gdLst/>
            <a:ahLst/>
            <a:cxnLst/>
            <a:rect l="l" t="t" r="r" b="b"/>
            <a:pathLst>
              <a:path w="1340945" h="1895329">
                <a:moveTo>
                  <a:pt x="0" y="0"/>
                </a:moveTo>
                <a:lnTo>
                  <a:pt x="1340945" y="0"/>
                </a:lnTo>
                <a:lnTo>
                  <a:pt x="1340945" y="1895329"/>
                </a:lnTo>
                <a:lnTo>
                  <a:pt x="0" y="1895329"/>
                </a:lnTo>
                <a:lnTo>
                  <a:pt x="0" y="0"/>
                </a:lnTo>
                <a:close/>
              </a:path>
            </a:pathLst>
          </a:custGeom>
          <a:blipFill>
            <a:blip r:embed="rId50">
              <a:extLst>
                <a:ext uri="{96DAC541-7B7A-43D3-8B79-37D633B846F1}">
                  <asvg:svgBlip xmlns:asvg="http://schemas.microsoft.com/office/drawing/2016/SVG/main" r:embed="rId51"/>
                </a:ext>
              </a:extLst>
            </a:blip>
            <a:stretch>
              <a:fillRect/>
            </a:stretch>
          </a:blipFill>
        </p:spPr>
        <p:txBody>
          <a:bodyPr/>
          <a:lstStyle/>
          <a:p>
            <a:endParaRPr lang="en-VN"/>
          </a:p>
        </p:txBody>
      </p:sp>
      <p:sp>
        <p:nvSpPr>
          <p:cNvPr id="27" name="Freeform 27"/>
          <p:cNvSpPr/>
          <p:nvPr/>
        </p:nvSpPr>
        <p:spPr>
          <a:xfrm>
            <a:off x="10576477" y="4531641"/>
            <a:ext cx="1095051" cy="758323"/>
          </a:xfrm>
          <a:custGeom>
            <a:avLst/>
            <a:gdLst/>
            <a:ahLst/>
            <a:cxnLst/>
            <a:rect l="l" t="t" r="r" b="b"/>
            <a:pathLst>
              <a:path w="1095051" h="758323">
                <a:moveTo>
                  <a:pt x="0" y="0"/>
                </a:moveTo>
                <a:lnTo>
                  <a:pt x="1095051" y="0"/>
                </a:lnTo>
                <a:lnTo>
                  <a:pt x="1095051" y="758323"/>
                </a:lnTo>
                <a:lnTo>
                  <a:pt x="0" y="758323"/>
                </a:lnTo>
                <a:lnTo>
                  <a:pt x="0" y="0"/>
                </a:lnTo>
                <a:close/>
              </a:path>
            </a:pathLst>
          </a:custGeom>
          <a:blipFill>
            <a:blip r:embed="rId52">
              <a:extLst>
                <a:ext uri="{96DAC541-7B7A-43D3-8B79-37D633B846F1}">
                  <asvg:svgBlip xmlns:asvg="http://schemas.microsoft.com/office/drawing/2016/SVG/main" r:embed="rId53"/>
                </a:ext>
              </a:extLst>
            </a:blip>
            <a:stretch>
              <a:fillRect/>
            </a:stretch>
          </a:blipFill>
        </p:spPr>
        <p:txBody>
          <a:bodyPr/>
          <a:lstStyle/>
          <a:p>
            <a:endParaRPr lang="en-VN"/>
          </a:p>
        </p:txBody>
      </p:sp>
      <p:sp>
        <p:nvSpPr>
          <p:cNvPr id="28" name="Freeform 28"/>
          <p:cNvSpPr/>
          <p:nvPr/>
        </p:nvSpPr>
        <p:spPr>
          <a:xfrm>
            <a:off x="13896336" y="3334485"/>
            <a:ext cx="854336" cy="1261012"/>
          </a:xfrm>
          <a:custGeom>
            <a:avLst/>
            <a:gdLst/>
            <a:ahLst/>
            <a:cxnLst/>
            <a:rect l="l" t="t" r="r" b="b"/>
            <a:pathLst>
              <a:path w="854336" h="1261012">
                <a:moveTo>
                  <a:pt x="0" y="0"/>
                </a:moveTo>
                <a:lnTo>
                  <a:pt x="854335" y="0"/>
                </a:lnTo>
                <a:lnTo>
                  <a:pt x="854335" y="1261012"/>
                </a:lnTo>
                <a:lnTo>
                  <a:pt x="0" y="1261012"/>
                </a:lnTo>
                <a:lnTo>
                  <a:pt x="0" y="0"/>
                </a:lnTo>
                <a:close/>
              </a:path>
            </a:pathLst>
          </a:custGeom>
          <a:blipFill>
            <a:blip r:embed="rId54">
              <a:extLst>
                <a:ext uri="{96DAC541-7B7A-43D3-8B79-37D633B846F1}">
                  <asvg:svgBlip xmlns:asvg="http://schemas.microsoft.com/office/drawing/2016/SVG/main" r:embed="rId55"/>
                </a:ext>
              </a:extLst>
            </a:blip>
            <a:stretch>
              <a:fillRect/>
            </a:stretch>
          </a:blipFill>
        </p:spPr>
        <p:txBody>
          <a:bodyPr/>
          <a:lstStyle/>
          <a:p>
            <a:endParaRPr lang="en-VN"/>
          </a:p>
        </p:txBody>
      </p:sp>
      <p:sp>
        <p:nvSpPr>
          <p:cNvPr id="29" name="Freeform 29"/>
          <p:cNvSpPr/>
          <p:nvPr/>
        </p:nvSpPr>
        <p:spPr>
          <a:xfrm>
            <a:off x="15453360" y="5125980"/>
            <a:ext cx="1805940" cy="1440237"/>
          </a:xfrm>
          <a:custGeom>
            <a:avLst/>
            <a:gdLst/>
            <a:ahLst/>
            <a:cxnLst/>
            <a:rect l="l" t="t" r="r" b="b"/>
            <a:pathLst>
              <a:path w="1805940" h="1440237">
                <a:moveTo>
                  <a:pt x="0" y="0"/>
                </a:moveTo>
                <a:lnTo>
                  <a:pt x="1805940" y="0"/>
                </a:lnTo>
                <a:lnTo>
                  <a:pt x="1805940" y="1440237"/>
                </a:lnTo>
                <a:lnTo>
                  <a:pt x="0" y="1440237"/>
                </a:lnTo>
                <a:lnTo>
                  <a:pt x="0" y="0"/>
                </a:lnTo>
                <a:close/>
              </a:path>
            </a:pathLst>
          </a:custGeom>
          <a:blipFill>
            <a:blip r:embed="rId56">
              <a:extLst>
                <a:ext uri="{96DAC541-7B7A-43D3-8B79-37D633B846F1}">
                  <asvg:svgBlip xmlns:asvg="http://schemas.microsoft.com/office/drawing/2016/SVG/main" r:embed="rId57"/>
                </a:ext>
              </a:extLst>
            </a:blip>
            <a:stretch>
              <a:fillRect/>
            </a:stretch>
          </a:blipFill>
        </p:spPr>
        <p:txBody>
          <a:bodyPr/>
          <a:lstStyle/>
          <a:p>
            <a:endParaRPr lang="en-VN"/>
          </a:p>
        </p:txBody>
      </p:sp>
      <p:sp>
        <p:nvSpPr>
          <p:cNvPr id="30" name="Freeform 30"/>
          <p:cNvSpPr/>
          <p:nvPr/>
        </p:nvSpPr>
        <p:spPr>
          <a:xfrm>
            <a:off x="15668353" y="7058873"/>
            <a:ext cx="1413356" cy="1515663"/>
          </a:xfrm>
          <a:custGeom>
            <a:avLst/>
            <a:gdLst/>
            <a:ahLst/>
            <a:cxnLst/>
            <a:rect l="l" t="t" r="r" b="b"/>
            <a:pathLst>
              <a:path w="1413356" h="1515663">
                <a:moveTo>
                  <a:pt x="0" y="0"/>
                </a:moveTo>
                <a:lnTo>
                  <a:pt x="1413356" y="0"/>
                </a:lnTo>
                <a:lnTo>
                  <a:pt x="1413356" y="1515663"/>
                </a:lnTo>
                <a:lnTo>
                  <a:pt x="0" y="1515663"/>
                </a:lnTo>
                <a:lnTo>
                  <a:pt x="0" y="0"/>
                </a:lnTo>
                <a:close/>
              </a:path>
            </a:pathLst>
          </a:custGeom>
          <a:blipFill>
            <a:blip r:embed="rId58">
              <a:extLst>
                <a:ext uri="{96DAC541-7B7A-43D3-8B79-37D633B846F1}">
                  <asvg:svgBlip xmlns:asvg="http://schemas.microsoft.com/office/drawing/2016/SVG/main" r:embed="rId59"/>
                </a:ext>
              </a:extLst>
            </a:blip>
            <a:stretch>
              <a:fillRect/>
            </a:stretch>
          </a:blipFill>
        </p:spPr>
        <p:txBody>
          <a:bodyPr/>
          <a:lstStyle/>
          <a:p>
            <a:endParaRPr lang="en-VN"/>
          </a:p>
        </p:txBody>
      </p:sp>
      <p:sp>
        <p:nvSpPr>
          <p:cNvPr id="31" name="Freeform 31"/>
          <p:cNvSpPr/>
          <p:nvPr/>
        </p:nvSpPr>
        <p:spPr>
          <a:xfrm rot="-2005921">
            <a:off x="14686484" y="6871157"/>
            <a:ext cx="1271068" cy="1093118"/>
          </a:xfrm>
          <a:custGeom>
            <a:avLst/>
            <a:gdLst/>
            <a:ahLst/>
            <a:cxnLst/>
            <a:rect l="l" t="t" r="r" b="b"/>
            <a:pathLst>
              <a:path w="1271068" h="1093118">
                <a:moveTo>
                  <a:pt x="0" y="0"/>
                </a:moveTo>
                <a:lnTo>
                  <a:pt x="1271068" y="0"/>
                </a:lnTo>
                <a:lnTo>
                  <a:pt x="1271068" y="1093118"/>
                </a:lnTo>
                <a:lnTo>
                  <a:pt x="0" y="1093118"/>
                </a:lnTo>
                <a:lnTo>
                  <a:pt x="0" y="0"/>
                </a:lnTo>
                <a:close/>
              </a:path>
            </a:pathLst>
          </a:custGeom>
          <a:blipFill>
            <a:blip r:embed="rId60">
              <a:extLst>
                <a:ext uri="{96DAC541-7B7A-43D3-8B79-37D633B846F1}">
                  <asvg:svgBlip xmlns:asvg="http://schemas.microsoft.com/office/drawing/2016/SVG/main" r:embed="rId61"/>
                </a:ext>
              </a:extLst>
            </a:blip>
            <a:stretch>
              <a:fillRect/>
            </a:stretch>
          </a:blipFill>
        </p:spPr>
        <p:txBody>
          <a:bodyPr/>
          <a:lstStyle/>
          <a:p>
            <a:endParaRPr lang="en-VN"/>
          </a:p>
        </p:txBody>
      </p:sp>
      <p:sp>
        <p:nvSpPr>
          <p:cNvPr id="32" name="Freeform 32"/>
          <p:cNvSpPr/>
          <p:nvPr/>
        </p:nvSpPr>
        <p:spPr>
          <a:xfrm>
            <a:off x="15074672" y="4180777"/>
            <a:ext cx="1210017" cy="1460050"/>
          </a:xfrm>
          <a:custGeom>
            <a:avLst/>
            <a:gdLst/>
            <a:ahLst/>
            <a:cxnLst/>
            <a:rect l="l" t="t" r="r" b="b"/>
            <a:pathLst>
              <a:path w="1210017" h="1460050">
                <a:moveTo>
                  <a:pt x="0" y="0"/>
                </a:moveTo>
                <a:lnTo>
                  <a:pt x="1210017" y="0"/>
                </a:lnTo>
                <a:lnTo>
                  <a:pt x="1210017" y="1460050"/>
                </a:lnTo>
                <a:lnTo>
                  <a:pt x="0" y="1460050"/>
                </a:lnTo>
                <a:lnTo>
                  <a:pt x="0" y="0"/>
                </a:lnTo>
                <a:close/>
              </a:path>
            </a:pathLst>
          </a:custGeom>
          <a:blipFill>
            <a:blip r:embed="rId62">
              <a:extLst>
                <a:ext uri="{96DAC541-7B7A-43D3-8B79-37D633B846F1}">
                  <asvg:svgBlip xmlns:asvg="http://schemas.microsoft.com/office/drawing/2016/SVG/main" r:embed="rId63"/>
                </a:ext>
              </a:extLst>
            </a:blip>
            <a:stretch>
              <a:fillRect/>
            </a:stretch>
          </a:blipFill>
        </p:spPr>
        <p:txBody>
          <a:bodyPr/>
          <a:lstStyle/>
          <a:p>
            <a:endParaRPr lang="en-VN"/>
          </a:p>
        </p:txBody>
      </p:sp>
      <p:sp>
        <p:nvSpPr>
          <p:cNvPr id="33" name="Freeform 33"/>
          <p:cNvSpPr/>
          <p:nvPr/>
        </p:nvSpPr>
        <p:spPr>
          <a:xfrm>
            <a:off x="14212188" y="5394761"/>
            <a:ext cx="862485" cy="1171456"/>
          </a:xfrm>
          <a:custGeom>
            <a:avLst/>
            <a:gdLst/>
            <a:ahLst/>
            <a:cxnLst/>
            <a:rect l="l" t="t" r="r" b="b"/>
            <a:pathLst>
              <a:path w="862485" h="1171456">
                <a:moveTo>
                  <a:pt x="0" y="0"/>
                </a:moveTo>
                <a:lnTo>
                  <a:pt x="862484" y="0"/>
                </a:lnTo>
                <a:lnTo>
                  <a:pt x="862484" y="1171456"/>
                </a:lnTo>
                <a:lnTo>
                  <a:pt x="0" y="1171456"/>
                </a:lnTo>
                <a:lnTo>
                  <a:pt x="0" y="0"/>
                </a:lnTo>
                <a:close/>
              </a:path>
            </a:pathLst>
          </a:custGeom>
          <a:blipFill>
            <a:blip r:embed="rId64">
              <a:extLst>
                <a:ext uri="{96DAC541-7B7A-43D3-8B79-37D633B846F1}">
                  <asvg:svgBlip xmlns:asvg="http://schemas.microsoft.com/office/drawing/2016/SVG/main" r:embed="rId65"/>
                </a:ext>
              </a:extLst>
            </a:blip>
            <a:stretch>
              <a:fillRect/>
            </a:stretch>
          </a:blipFill>
        </p:spPr>
        <p:txBody>
          <a:bodyPr/>
          <a:lstStyle/>
          <a:p>
            <a:endParaRPr lang="en-VN"/>
          </a:p>
        </p:txBody>
      </p:sp>
      <p:sp>
        <p:nvSpPr>
          <p:cNvPr id="34" name="Freeform 34"/>
          <p:cNvSpPr/>
          <p:nvPr/>
        </p:nvSpPr>
        <p:spPr>
          <a:xfrm>
            <a:off x="15253024" y="2928094"/>
            <a:ext cx="1577988" cy="1165738"/>
          </a:xfrm>
          <a:custGeom>
            <a:avLst/>
            <a:gdLst/>
            <a:ahLst/>
            <a:cxnLst/>
            <a:rect l="l" t="t" r="r" b="b"/>
            <a:pathLst>
              <a:path w="1577988" h="1165738">
                <a:moveTo>
                  <a:pt x="0" y="0"/>
                </a:moveTo>
                <a:lnTo>
                  <a:pt x="1577988" y="0"/>
                </a:lnTo>
                <a:lnTo>
                  <a:pt x="1577988" y="1165739"/>
                </a:lnTo>
                <a:lnTo>
                  <a:pt x="0" y="1165739"/>
                </a:lnTo>
                <a:lnTo>
                  <a:pt x="0" y="0"/>
                </a:lnTo>
                <a:close/>
              </a:path>
            </a:pathLst>
          </a:custGeom>
          <a:blipFill>
            <a:blip r:embed="rId66">
              <a:extLst>
                <a:ext uri="{96DAC541-7B7A-43D3-8B79-37D633B846F1}">
                  <asvg:svgBlip xmlns:asvg="http://schemas.microsoft.com/office/drawing/2016/SVG/main" r:embed="rId67"/>
                </a:ext>
              </a:extLst>
            </a:blip>
            <a:stretch>
              <a:fillRect/>
            </a:stretch>
          </a:blipFill>
        </p:spPr>
        <p:txBody>
          <a:bodyPr/>
          <a:lstStyle/>
          <a:p>
            <a:endParaRPr lang="en-VN"/>
          </a:p>
        </p:txBody>
      </p:sp>
      <p:sp>
        <p:nvSpPr>
          <p:cNvPr id="35" name="TextBox 35"/>
          <p:cNvSpPr txBox="1"/>
          <p:nvPr/>
        </p:nvSpPr>
        <p:spPr>
          <a:xfrm>
            <a:off x="4466671" y="1724954"/>
            <a:ext cx="9219232" cy="1247559"/>
          </a:xfrm>
          <a:prstGeom prst="rect">
            <a:avLst/>
          </a:prstGeom>
        </p:spPr>
        <p:txBody>
          <a:bodyPr lIns="0" tIns="0" rIns="0" bIns="0" rtlCol="0" anchor="t">
            <a:spAutoFit/>
          </a:bodyPr>
          <a:lstStyle/>
          <a:p>
            <a:pPr algn="ctr">
              <a:lnSpc>
                <a:spcPts val="9658"/>
              </a:lnSpc>
            </a:pPr>
            <a:r>
              <a:rPr lang="en-US" sz="8547">
                <a:solidFill>
                  <a:srgbClr val="603A17"/>
                </a:solidFill>
                <a:latin typeface="Handelson Three"/>
                <a:ea typeface="Handelson Three"/>
                <a:cs typeface="Handelson Three"/>
                <a:sym typeface="Handelson Three"/>
              </a:rPr>
              <a:t>Resources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729</Words>
  <Application>Microsoft Macintosh PowerPoint</Application>
  <PresentationFormat>Custom</PresentationFormat>
  <Paragraphs>90</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Handelson Three</vt:lpstr>
      <vt:lpstr>Bobby Jones Condensed Soft</vt:lpstr>
      <vt:lpstr>Garet Bold</vt:lpstr>
      <vt:lpstr>Garet Bold Italics</vt:lpstr>
      <vt:lpstr>Arial</vt:lpstr>
      <vt:lpstr>Varela Round</vt:lpstr>
      <vt:lpstr>Garet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Yellow Playful Health and Nutrition Presentation</dc:title>
  <cp:lastModifiedBy>Nguyen Thi Tra My (CECS)</cp:lastModifiedBy>
  <cp:revision>4</cp:revision>
  <dcterms:created xsi:type="dcterms:W3CDTF">2006-08-16T00:00:00Z</dcterms:created>
  <dcterms:modified xsi:type="dcterms:W3CDTF">2026-05-18T06:16:56Z</dcterms:modified>
  <dc:identifier>DAHJ0PZFwa0</dc:identifier>
</cp:coreProperties>
</file>